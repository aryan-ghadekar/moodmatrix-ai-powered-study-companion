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0" name="Group 9"/>
          <p:cNvGrpSpPr/>
          <p:nvPr/>
        </p:nvGrpSpPr>
        <p:grpSpPr>
          <a:xfrm>
            <a:off x="756698" y="2750919"/>
            <a:ext cx="7630604" cy="1446361"/>
            <a:chOff x="197555" y="2293022"/>
            <a:chExt cx="7630604" cy="1446361"/>
          </a:xfrm>
        </p:grpSpPr>
        <p:sp>
          <p:nvSpPr>
            <p:cNvPr id="2" name="Rounded Rectangle 1"/>
            <p:cNvSpPr/>
            <p:nvPr/>
          </p:nvSpPr>
          <p:spPr>
            <a:xfrm>
              <a:off x="2511653" y="2442125"/>
              <a:ext cx="955369" cy="1297257"/>
            </a:xfrm>
            <a:custGeom>
              <a:avLst/>
              <a:gdLst/>
              <a:ahLst/>
              <a:cxnLst/>
              <a:rect l="0" t="0" r="0" b="0"/>
              <a:pathLst>
                <a:path w="955369" h="1297257">
                  <a:moveTo>
                    <a:pt x="595692" y="531670"/>
                  </a:moveTo>
                  <a:cubicBezTo>
                    <a:pt x="619603" y="716594"/>
                    <a:pt x="637175" y="1129654"/>
                    <a:pt x="901567" y="1129654"/>
                  </a:cubicBezTo>
                  <a:cubicBezTo>
                    <a:pt x="899836" y="1148405"/>
                    <a:pt x="900488" y="1167340"/>
                    <a:pt x="903541" y="1185982"/>
                  </a:cubicBezTo>
                  <a:cubicBezTo>
                    <a:pt x="908651" y="1215965"/>
                    <a:pt x="919791" y="1244601"/>
                    <a:pt x="936284" y="1270135"/>
                  </a:cubicBezTo>
                  <a:cubicBezTo>
                    <a:pt x="939629" y="1275320"/>
                    <a:pt x="943133" y="1280263"/>
                    <a:pt x="946805" y="1285038"/>
                  </a:cubicBezTo>
                  <a:cubicBezTo>
                    <a:pt x="949557" y="1288551"/>
                    <a:pt x="952417" y="1291963"/>
                    <a:pt x="955369" y="1295300"/>
                  </a:cubicBezTo>
                  <a:lnTo>
                    <a:pt x="947625" y="1295300"/>
                  </a:lnTo>
                  <a:cubicBezTo>
                    <a:pt x="936752" y="1296755"/>
                    <a:pt x="925880" y="1297257"/>
                    <a:pt x="914924" y="1297257"/>
                  </a:cubicBezTo>
                  <a:cubicBezTo>
                    <a:pt x="535333" y="1297257"/>
                    <a:pt x="478061" y="924157"/>
                    <a:pt x="438125" y="553072"/>
                  </a:cubicBezTo>
                  <a:cubicBezTo>
                    <a:pt x="418889" y="374354"/>
                    <a:pt x="352819" y="185308"/>
                    <a:pt x="143817" y="260687"/>
                  </a:cubicBezTo>
                  <a:lnTo>
                    <a:pt x="141994" y="258872"/>
                  </a:lnTo>
                  <a:cubicBezTo>
                    <a:pt x="113717" y="232034"/>
                    <a:pt x="83399" y="207446"/>
                    <a:pt x="51326" y="185308"/>
                  </a:cubicBezTo>
                  <a:cubicBezTo>
                    <a:pt x="40713" y="177822"/>
                    <a:pt x="29932" y="170596"/>
                    <a:pt x="19068" y="163454"/>
                  </a:cubicBezTo>
                  <a:cubicBezTo>
                    <a:pt x="12745" y="159297"/>
                    <a:pt x="6406" y="155283"/>
                    <a:pt x="0" y="151302"/>
                  </a:cubicBezTo>
                  <a:cubicBezTo>
                    <a:pt x="16459" y="139677"/>
                    <a:pt x="33570" y="129022"/>
                    <a:pt x="51276" y="119412"/>
                  </a:cubicBezTo>
                  <a:cubicBezTo>
                    <a:pt x="60885" y="114637"/>
                    <a:pt x="70829" y="110037"/>
                    <a:pt x="81016" y="105939"/>
                  </a:cubicBezTo>
                  <a:cubicBezTo>
                    <a:pt x="411362" y="0"/>
                    <a:pt x="553432" y="204903"/>
                    <a:pt x="595692" y="531670"/>
                  </a:cubicBez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197555" y="2494698"/>
              <a:ext cx="760209" cy="1244685"/>
            </a:xfrm>
            <a:custGeom>
              <a:avLst/>
              <a:gdLst/>
              <a:ahLst/>
              <a:cxnLst/>
              <a:rect l="0" t="0" r="0" b="0"/>
              <a:pathLst>
                <a:path w="760209" h="1244685">
                  <a:moveTo>
                    <a:pt x="706415" y="1077082"/>
                  </a:moveTo>
                  <a:cubicBezTo>
                    <a:pt x="704676" y="1095833"/>
                    <a:pt x="705336" y="1114767"/>
                    <a:pt x="708389" y="1133409"/>
                  </a:cubicBezTo>
                  <a:cubicBezTo>
                    <a:pt x="713499" y="1163392"/>
                    <a:pt x="724639" y="1192029"/>
                    <a:pt x="741132" y="1217562"/>
                  </a:cubicBezTo>
                  <a:cubicBezTo>
                    <a:pt x="744477" y="1222747"/>
                    <a:pt x="747981" y="1227690"/>
                    <a:pt x="751653" y="1232466"/>
                  </a:cubicBezTo>
                  <a:cubicBezTo>
                    <a:pt x="754396" y="1235978"/>
                    <a:pt x="757265" y="1239391"/>
                    <a:pt x="760209" y="1242728"/>
                  </a:cubicBezTo>
                  <a:lnTo>
                    <a:pt x="752473" y="1242728"/>
                  </a:lnTo>
                  <a:cubicBezTo>
                    <a:pt x="741600" y="1244183"/>
                    <a:pt x="730728" y="1244685"/>
                    <a:pt x="719772" y="1244685"/>
                  </a:cubicBezTo>
                  <a:cubicBezTo>
                    <a:pt x="340181" y="1244685"/>
                    <a:pt x="282909" y="871584"/>
                    <a:pt x="242973" y="500500"/>
                  </a:cubicBezTo>
                  <a:cubicBezTo>
                    <a:pt x="225410" y="337321"/>
                    <a:pt x="168798" y="165528"/>
                    <a:pt x="0" y="194273"/>
                  </a:cubicBezTo>
                  <a:lnTo>
                    <a:pt x="0" y="27958"/>
                  </a:lnTo>
                  <a:cubicBezTo>
                    <a:pt x="249840" y="0"/>
                    <a:pt x="363507" y="192759"/>
                    <a:pt x="400540" y="479098"/>
                  </a:cubicBezTo>
                  <a:cubicBezTo>
                    <a:pt x="424451" y="664021"/>
                    <a:pt x="442023" y="1077082"/>
                    <a:pt x="706415" y="1077082"/>
                  </a:cubicBez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5020678" y="2442125"/>
              <a:ext cx="955369" cy="1297249"/>
            </a:xfrm>
            <a:custGeom>
              <a:avLst/>
              <a:gdLst/>
              <a:ahLst/>
              <a:cxnLst/>
              <a:rect l="0" t="0" r="0" b="0"/>
              <a:pathLst>
                <a:path w="955369" h="1297249">
                  <a:moveTo>
                    <a:pt x="595692" y="531662"/>
                  </a:moveTo>
                  <a:cubicBezTo>
                    <a:pt x="619603" y="716585"/>
                    <a:pt x="637175" y="1129646"/>
                    <a:pt x="901567" y="1129646"/>
                  </a:cubicBezTo>
                  <a:cubicBezTo>
                    <a:pt x="899836" y="1148397"/>
                    <a:pt x="900488" y="1167331"/>
                    <a:pt x="903549" y="1185982"/>
                  </a:cubicBezTo>
                  <a:cubicBezTo>
                    <a:pt x="908651" y="1215965"/>
                    <a:pt x="919791" y="1244593"/>
                    <a:pt x="936284" y="1270126"/>
                  </a:cubicBezTo>
                  <a:cubicBezTo>
                    <a:pt x="939629" y="1275320"/>
                    <a:pt x="943133" y="1280263"/>
                    <a:pt x="946805" y="1285030"/>
                  </a:cubicBezTo>
                  <a:cubicBezTo>
                    <a:pt x="949557" y="1288551"/>
                    <a:pt x="952417" y="1291963"/>
                    <a:pt x="955369" y="1295292"/>
                  </a:cubicBezTo>
                  <a:lnTo>
                    <a:pt x="947625" y="1295292"/>
                  </a:lnTo>
                  <a:cubicBezTo>
                    <a:pt x="936752" y="1296755"/>
                    <a:pt x="925880" y="1297249"/>
                    <a:pt x="914924" y="1297249"/>
                  </a:cubicBezTo>
                  <a:cubicBezTo>
                    <a:pt x="535333" y="1297249"/>
                    <a:pt x="478061" y="924148"/>
                    <a:pt x="438125" y="553072"/>
                  </a:cubicBezTo>
                  <a:cubicBezTo>
                    <a:pt x="418889" y="374354"/>
                    <a:pt x="352819" y="185299"/>
                    <a:pt x="143817" y="260687"/>
                  </a:cubicBezTo>
                  <a:lnTo>
                    <a:pt x="141994" y="258864"/>
                  </a:lnTo>
                  <a:cubicBezTo>
                    <a:pt x="113717" y="232034"/>
                    <a:pt x="83399" y="207437"/>
                    <a:pt x="51326" y="185299"/>
                  </a:cubicBezTo>
                  <a:cubicBezTo>
                    <a:pt x="40713" y="177814"/>
                    <a:pt x="29932" y="170588"/>
                    <a:pt x="19068" y="163446"/>
                  </a:cubicBezTo>
                  <a:cubicBezTo>
                    <a:pt x="12745" y="159289"/>
                    <a:pt x="6406" y="155275"/>
                    <a:pt x="0" y="151302"/>
                  </a:cubicBezTo>
                  <a:cubicBezTo>
                    <a:pt x="16459" y="139669"/>
                    <a:pt x="33579" y="129014"/>
                    <a:pt x="51276" y="119404"/>
                  </a:cubicBezTo>
                  <a:cubicBezTo>
                    <a:pt x="60877" y="114637"/>
                    <a:pt x="70829" y="110029"/>
                    <a:pt x="81016" y="105931"/>
                  </a:cubicBezTo>
                  <a:cubicBezTo>
                    <a:pt x="411362" y="0"/>
                    <a:pt x="553432" y="204895"/>
                    <a:pt x="595692" y="531662"/>
                  </a:cubicBez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6275190" y="2563144"/>
              <a:ext cx="880048" cy="1175302"/>
            </a:xfrm>
            <a:custGeom>
              <a:avLst/>
              <a:gdLst/>
              <a:ahLst/>
              <a:cxnLst/>
              <a:rect l="0" t="0" r="0" b="0"/>
              <a:pathLst>
                <a:path w="880048" h="1175302">
                  <a:moveTo>
                    <a:pt x="880048" y="144762"/>
                  </a:moveTo>
                  <a:cubicBezTo>
                    <a:pt x="632993" y="242781"/>
                    <a:pt x="619335" y="533393"/>
                    <a:pt x="598703" y="692900"/>
                  </a:cubicBezTo>
                  <a:cubicBezTo>
                    <a:pt x="572149" y="898272"/>
                    <a:pt x="527028" y="1032588"/>
                    <a:pt x="432856" y="1104213"/>
                  </a:cubicBezTo>
                  <a:cubicBezTo>
                    <a:pt x="341411" y="1173763"/>
                    <a:pt x="189732" y="1175302"/>
                    <a:pt x="81008" y="1112576"/>
                  </a:cubicBezTo>
                  <a:cubicBezTo>
                    <a:pt x="70821" y="1108470"/>
                    <a:pt x="60877" y="1102473"/>
                    <a:pt x="51276" y="1097706"/>
                  </a:cubicBezTo>
                  <a:cubicBezTo>
                    <a:pt x="33570" y="1088088"/>
                    <a:pt x="16459" y="1077433"/>
                    <a:pt x="0" y="1065800"/>
                  </a:cubicBezTo>
                  <a:cubicBezTo>
                    <a:pt x="6406" y="1061827"/>
                    <a:pt x="12745" y="1057813"/>
                    <a:pt x="19068" y="1053664"/>
                  </a:cubicBezTo>
                  <a:cubicBezTo>
                    <a:pt x="29932" y="1046522"/>
                    <a:pt x="40713" y="1039296"/>
                    <a:pt x="51326" y="1031811"/>
                  </a:cubicBezTo>
                  <a:cubicBezTo>
                    <a:pt x="82337" y="1010400"/>
                    <a:pt x="111693" y="986682"/>
                    <a:pt x="139167" y="960881"/>
                  </a:cubicBezTo>
                  <a:lnTo>
                    <a:pt x="152097" y="949490"/>
                  </a:lnTo>
                  <a:cubicBezTo>
                    <a:pt x="377909" y="1053664"/>
                    <a:pt x="421850" y="821304"/>
                    <a:pt x="441220" y="671322"/>
                  </a:cubicBezTo>
                  <a:cubicBezTo>
                    <a:pt x="472624" y="427780"/>
                    <a:pt x="540719" y="69717"/>
                    <a:pt x="819497" y="0"/>
                  </a:cubicBezTo>
                  <a:lnTo>
                    <a:pt x="880048" y="144762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257141" y="2491904"/>
              <a:ext cx="945910" cy="1211758"/>
            </a:xfrm>
            <a:custGeom>
              <a:avLst/>
              <a:gdLst/>
              <a:ahLst/>
              <a:cxnLst/>
              <a:rect l="0" t="0" r="0" b="0"/>
              <a:pathLst>
                <a:path w="945910" h="1211758">
                  <a:moveTo>
                    <a:pt x="913167" y="493"/>
                  </a:moveTo>
                  <a:cubicBezTo>
                    <a:pt x="924634" y="0"/>
                    <a:pt x="934578" y="1405"/>
                    <a:pt x="945910" y="2483"/>
                  </a:cubicBezTo>
                  <a:cubicBezTo>
                    <a:pt x="942565" y="6891"/>
                    <a:pt x="939353" y="11441"/>
                    <a:pt x="936284" y="16208"/>
                  </a:cubicBezTo>
                  <a:cubicBezTo>
                    <a:pt x="919791" y="41741"/>
                    <a:pt x="908651" y="70369"/>
                    <a:pt x="903549" y="100352"/>
                  </a:cubicBezTo>
                  <a:cubicBezTo>
                    <a:pt x="899920" y="122473"/>
                    <a:pt x="899677" y="144988"/>
                    <a:pt x="902797" y="167134"/>
                  </a:cubicBezTo>
                  <a:lnTo>
                    <a:pt x="901291" y="167134"/>
                  </a:lnTo>
                  <a:cubicBezTo>
                    <a:pt x="666447" y="167251"/>
                    <a:pt x="630626" y="585087"/>
                    <a:pt x="607735" y="762735"/>
                  </a:cubicBezTo>
                  <a:lnTo>
                    <a:pt x="589503" y="902981"/>
                  </a:lnTo>
                  <a:cubicBezTo>
                    <a:pt x="575670" y="990228"/>
                    <a:pt x="536462" y="1064654"/>
                    <a:pt x="469313" y="1122052"/>
                  </a:cubicBezTo>
                  <a:cubicBezTo>
                    <a:pt x="402154" y="1179442"/>
                    <a:pt x="316730" y="1211005"/>
                    <a:pt x="228388" y="1211072"/>
                  </a:cubicBezTo>
                  <a:cubicBezTo>
                    <a:pt x="183100" y="1211758"/>
                    <a:pt x="132844" y="1200643"/>
                    <a:pt x="89563" y="1184995"/>
                  </a:cubicBezTo>
                  <a:lnTo>
                    <a:pt x="81008" y="1181800"/>
                  </a:lnTo>
                  <a:lnTo>
                    <a:pt x="77202" y="1180186"/>
                  </a:lnTo>
                  <a:cubicBezTo>
                    <a:pt x="68337" y="1176222"/>
                    <a:pt x="59681" y="1171103"/>
                    <a:pt x="51276" y="1166930"/>
                  </a:cubicBezTo>
                  <a:cubicBezTo>
                    <a:pt x="33570" y="1157320"/>
                    <a:pt x="16459" y="1146657"/>
                    <a:pt x="0" y="1135024"/>
                  </a:cubicBezTo>
                  <a:cubicBezTo>
                    <a:pt x="6406" y="1131051"/>
                    <a:pt x="12745" y="1127037"/>
                    <a:pt x="19068" y="1122888"/>
                  </a:cubicBezTo>
                  <a:cubicBezTo>
                    <a:pt x="29932" y="1115746"/>
                    <a:pt x="40713" y="1108520"/>
                    <a:pt x="51326" y="1101035"/>
                  </a:cubicBezTo>
                  <a:cubicBezTo>
                    <a:pt x="82162" y="1079758"/>
                    <a:pt x="111358" y="1056190"/>
                    <a:pt x="138690" y="1030565"/>
                  </a:cubicBezTo>
                  <a:cubicBezTo>
                    <a:pt x="146100" y="1033835"/>
                    <a:pt x="154263" y="1037013"/>
                    <a:pt x="157700" y="1038058"/>
                  </a:cubicBezTo>
                  <a:cubicBezTo>
                    <a:pt x="183142" y="1046714"/>
                    <a:pt x="210047" y="1050252"/>
                    <a:pt x="236868" y="1048462"/>
                  </a:cubicBezTo>
                  <a:cubicBezTo>
                    <a:pt x="263681" y="1046672"/>
                    <a:pt x="289875" y="1039589"/>
                    <a:pt x="313937" y="1027629"/>
                  </a:cubicBezTo>
                  <a:cubicBezTo>
                    <a:pt x="338007" y="1015661"/>
                    <a:pt x="359467" y="999043"/>
                    <a:pt x="377072" y="978745"/>
                  </a:cubicBezTo>
                  <a:cubicBezTo>
                    <a:pt x="394686" y="958447"/>
                    <a:pt x="408101" y="934854"/>
                    <a:pt x="416548" y="909345"/>
                  </a:cubicBezTo>
                  <a:cubicBezTo>
                    <a:pt x="419868" y="899184"/>
                    <a:pt x="422419" y="888771"/>
                    <a:pt x="424158" y="878225"/>
                  </a:cubicBezTo>
                  <a:lnTo>
                    <a:pt x="441797" y="741567"/>
                  </a:lnTo>
                  <a:cubicBezTo>
                    <a:pt x="478320" y="459118"/>
                    <a:pt x="539180" y="58"/>
                    <a:pt x="913167" y="493"/>
                  </a:cubicBez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766165" y="2491904"/>
              <a:ext cx="945910" cy="1211758"/>
            </a:xfrm>
            <a:custGeom>
              <a:avLst/>
              <a:gdLst/>
              <a:ahLst/>
              <a:cxnLst/>
              <a:rect l="0" t="0" r="0" b="0"/>
              <a:pathLst>
                <a:path w="945910" h="1211758">
                  <a:moveTo>
                    <a:pt x="913167" y="493"/>
                  </a:moveTo>
                  <a:cubicBezTo>
                    <a:pt x="924634" y="0"/>
                    <a:pt x="934578" y="1405"/>
                    <a:pt x="945910" y="2483"/>
                  </a:cubicBezTo>
                  <a:cubicBezTo>
                    <a:pt x="942565" y="6891"/>
                    <a:pt x="939353" y="11441"/>
                    <a:pt x="936284" y="16208"/>
                  </a:cubicBezTo>
                  <a:cubicBezTo>
                    <a:pt x="919791" y="41741"/>
                    <a:pt x="908651" y="70369"/>
                    <a:pt x="903549" y="100352"/>
                  </a:cubicBezTo>
                  <a:cubicBezTo>
                    <a:pt x="899920" y="122473"/>
                    <a:pt x="899677" y="144988"/>
                    <a:pt x="902797" y="167134"/>
                  </a:cubicBezTo>
                  <a:lnTo>
                    <a:pt x="901291" y="167134"/>
                  </a:lnTo>
                  <a:cubicBezTo>
                    <a:pt x="666447" y="167251"/>
                    <a:pt x="630626" y="585087"/>
                    <a:pt x="607735" y="762735"/>
                  </a:cubicBezTo>
                  <a:lnTo>
                    <a:pt x="589503" y="902981"/>
                  </a:lnTo>
                  <a:cubicBezTo>
                    <a:pt x="575670" y="990228"/>
                    <a:pt x="536462" y="1064654"/>
                    <a:pt x="469313" y="1122052"/>
                  </a:cubicBezTo>
                  <a:cubicBezTo>
                    <a:pt x="402154" y="1179442"/>
                    <a:pt x="316730" y="1211005"/>
                    <a:pt x="228388" y="1211072"/>
                  </a:cubicBezTo>
                  <a:cubicBezTo>
                    <a:pt x="183100" y="1211758"/>
                    <a:pt x="132844" y="1200643"/>
                    <a:pt x="89563" y="1184995"/>
                  </a:cubicBezTo>
                  <a:lnTo>
                    <a:pt x="81008" y="1181800"/>
                  </a:lnTo>
                  <a:lnTo>
                    <a:pt x="77202" y="1180186"/>
                  </a:lnTo>
                  <a:cubicBezTo>
                    <a:pt x="68337" y="1176222"/>
                    <a:pt x="59681" y="1171103"/>
                    <a:pt x="51276" y="1166930"/>
                  </a:cubicBezTo>
                  <a:cubicBezTo>
                    <a:pt x="33570" y="1157320"/>
                    <a:pt x="16459" y="1146657"/>
                    <a:pt x="0" y="1135024"/>
                  </a:cubicBezTo>
                  <a:cubicBezTo>
                    <a:pt x="6406" y="1131051"/>
                    <a:pt x="12745" y="1127037"/>
                    <a:pt x="19068" y="1122888"/>
                  </a:cubicBezTo>
                  <a:cubicBezTo>
                    <a:pt x="29932" y="1115746"/>
                    <a:pt x="40713" y="1108520"/>
                    <a:pt x="51326" y="1101035"/>
                  </a:cubicBezTo>
                  <a:cubicBezTo>
                    <a:pt x="82162" y="1079758"/>
                    <a:pt x="111358" y="1056190"/>
                    <a:pt x="138690" y="1030565"/>
                  </a:cubicBezTo>
                  <a:cubicBezTo>
                    <a:pt x="146100" y="1033835"/>
                    <a:pt x="154263" y="1037013"/>
                    <a:pt x="157700" y="1038058"/>
                  </a:cubicBezTo>
                  <a:cubicBezTo>
                    <a:pt x="183142" y="1046714"/>
                    <a:pt x="210047" y="1050252"/>
                    <a:pt x="236868" y="1048462"/>
                  </a:cubicBezTo>
                  <a:cubicBezTo>
                    <a:pt x="263681" y="1046672"/>
                    <a:pt x="289875" y="1039589"/>
                    <a:pt x="313937" y="1027629"/>
                  </a:cubicBezTo>
                  <a:cubicBezTo>
                    <a:pt x="338007" y="1015661"/>
                    <a:pt x="359467" y="999043"/>
                    <a:pt x="377072" y="978745"/>
                  </a:cubicBezTo>
                  <a:cubicBezTo>
                    <a:pt x="394686" y="958447"/>
                    <a:pt x="408101" y="934854"/>
                    <a:pt x="416548" y="909345"/>
                  </a:cubicBezTo>
                  <a:cubicBezTo>
                    <a:pt x="419868" y="899184"/>
                    <a:pt x="422419" y="888771"/>
                    <a:pt x="424158" y="878225"/>
                  </a:cubicBezTo>
                  <a:lnTo>
                    <a:pt x="441797" y="741567"/>
                  </a:lnTo>
                  <a:cubicBezTo>
                    <a:pt x="478320" y="459118"/>
                    <a:pt x="539180" y="58"/>
                    <a:pt x="913167" y="493"/>
                  </a:cubicBez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7094604" y="2293022"/>
              <a:ext cx="721051" cy="454058"/>
            </a:xfrm>
            <a:custGeom>
              <a:avLst/>
              <a:gdLst/>
              <a:ahLst/>
              <a:cxnLst/>
              <a:rect l="0" t="0" r="0" b="0"/>
              <a:pathLst>
                <a:path w="721051" h="454058">
                  <a:moveTo>
                    <a:pt x="222057" y="113173"/>
                  </a:moveTo>
                  <a:lnTo>
                    <a:pt x="159297" y="139543"/>
                  </a:lnTo>
                  <a:lnTo>
                    <a:pt x="266174" y="393916"/>
                  </a:lnTo>
                  <a:lnTo>
                    <a:pt x="328933" y="367546"/>
                  </a:lnTo>
                  <a:lnTo>
                    <a:pt x="222057" y="113173"/>
                  </a:lnTo>
                  <a:moveTo>
                    <a:pt x="670637" y="6264"/>
                  </a:moveTo>
                  <a:cubicBezTo>
                    <a:pt x="668847" y="2007"/>
                    <a:pt x="663946" y="0"/>
                    <a:pt x="659689" y="1789"/>
                  </a:cubicBezTo>
                  <a:lnTo>
                    <a:pt x="612344" y="21686"/>
                  </a:lnTo>
                  <a:cubicBezTo>
                    <a:pt x="608087" y="23476"/>
                    <a:pt x="606088" y="28377"/>
                    <a:pt x="607869" y="32634"/>
                  </a:cubicBezTo>
                  <a:lnTo>
                    <a:pt x="656502" y="148366"/>
                  </a:lnTo>
                  <a:cubicBezTo>
                    <a:pt x="658284" y="152623"/>
                    <a:pt x="663193" y="154631"/>
                    <a:pt x="667450" y="152841"/>
                  </a:cubicBezTo>
                  <a:lnTo>
                    <a:pt x="714787" y="132944"/>
                  </a:lnTo>
                  <a:cubicBezTo>
                    <a:pt x="719052" y="131155"/>
                    <a:pt x="721051" y="126254"/>
                    <a:pt x="719262" y="121997"/>
                  </a:cubicBezTo>
                  <a:lnTo>
                    <a:pt x="670637" y="6264"/>
                  </a:lnTo>
                  <a:moveTo>
                    <a:pt x="96597" y="165930"/>
                  </a:moveTo>
                  <a:lnTo>
                    <a:pt x="16250" y="199693"/>
                  </a:lnTo>
                  <a:lnTo>
                    <a:pt x="123126" y="454058"/>
                  </a:lnTo>
                  <a:lnTo>
                    <a:pt x="203473" y="420303"/>
                  </a:lnTo>
                  <a:lnTo>
                    <a:pt x="96597" y="165930"/>
                  </a:lnTo>
                  <a:moveTo>
                    <a:pt x="151486" y="120934"/>
                  </a:moveTo>
                  <a:cubicBezTo>
                    <a:pt x="149696" y="116677"/>
                    <a:pt x="144795" y="114670"/>
                    <a:pt x="140538" y="116460"/>
                  </a:cubicBezTo>
                  <a:lnTo>
                    <a:pt x="93201" y="136357"/>
                  </a:lnTo>
                  <a:cubicBezTo>
                    <a:pt x="88936" y="138146"/>
                    <a:pt x="86937" y="143047"/>
                    <a:pt x="88727" y="147304"/>
                  </a:cubicBezTo>
                  <a:lnTo>
                    <a:pt x="211251" y="438912"/>
                  </a:lnTo>
                  <a:cubicBezTo>
                    <a:pt x="213041" y="443177"/>
                    <a:pt x="217942" y="445176"/>
                    <a:pt x="222199" y="443386"/>
                  </a:cubicBezTo>
                  <a:lnTo>
                    <a:pt x="269544" y="423498"/>
                  </a:lnTo>
                  <a:cubicBezTo>
                    <a:pt x="273801" y="421708"/>
                    <a:pt x="275800" y="416799"/>
                    <a:pt x="274010" y="412542"/>
                  </a:cubicBezTo>
                  <a:lnTo>
                    <a:pt x="151486" y="120934"/>
                  </a:lnTo>
                  <a:moveTo>
                    <a:pt x="320318" y="346906"/>
                  </a:moveTo>
                  <a:lnTo>
                    <a:pt x="653935" y="142169"/>
                  </a:lnTo>
                  <a:lnTo>
                    <a:pt x="610111" y="37877"/>
                  </a:lnTo>
                  <a:lnTo>
                    <a:pt x="230328" y="132886"/>
                  </a:lnTo>
                  <a:lnTo>
                    <a:pt x="320318" y="346906"/>
                  </a:lnTo>
                  <a:moveTo>
                    <a:pt x="0" y="270723"/>
                  </a:moveTo>
                  <a:lnTo>
                    <a:pt x="16057" y="199216"/>
                  </a:lnTo>
                  <a:lnTo>
                    <a:pt x="122942" y="453547"/>
                  </a:lnTo>
                  <a:lnTo>
                    <a:pt x="60634" y="414992"/>
                  </a:lnTo>
                  <a:lnTo>
                    <a:pt x="0" y="270723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7761235" y="2470979"/>
              <a:ext cx="66924" cy="103371"/>
            </a:xfrm>
            <a:custGeom>
              <a:avLst/>
              <a:gdLst/>
              <a:ahLst/>
              <a:cxnLst/>
              <a:rect l="0" t="0" r="0" b="0"/>
              <a:pathLst>
                <a:path w="66924" h="103371">
                  <a:moveTo>
                    <a:pt x="66924" y="69918"/>
                  </a:moveTo>
                  <a:cubicBezTo>
                    <a:pt x="66924" y="78791"/>
                    <a:pt x="63403" y="87297"/>
                    <a:pt x="57122" y="93578"/>
                  </a:cubicBezTo>
                  <a:cubicBezTo>
                    <a:pt x="50849" y="99850"/>
                    <a:pt x="42343" y="103371"/>
                    <a:pt x="33470" y="103371"/>
                  </a:cubicBezTo>
                  <a:cubicBezTo>
                    <a:pt x="24596" y="103371"/>
                    <a:pt x="16091" y="99850"/>
                    <a:pt x="9818" y="93578"/>
                  </a:cubicBezTo>
                  <a:cubicBezTo>
                    <a:pt x="3537" y="87297"/>
                    <a:pt x="16" y="78791"/>
                    <a:pt x="16" y="69918"/>
                  </a:cubicBezTo>
                  <a:cubicBezTo>
                    <a:pt x="0" y="67317"/>
                    <a:pt x="359" y="64724"/>
                    <a:pt x="1103" y="62223"/>
                  </a:cubicBezTo>
                  <a:cubicBezTo>
                    <a:pt x="1505" y="60785"/>
                    <a:pt x="2040" y="59388"/>
                    <a:pt x="2693" y="58042"/>
                  </a:cubicBezTo>
                  <a:lnTo>
                    <a:pt x="33470" y="0"/>
                  </a:lnTo>
                  <a:lnTo>
                    <a:pt x="63996" y="57456"/>
                  </a:lnTo>
                  <a:cubicBezTo>
                    <a:pt x="64757" y="58978"/>
                    <a:pt x="65343" y="60576"/>
                    <a:pt x="65753" y="62223"/>
                  </a:cubicBezTo>
                  <a:cubicBezTo>
                    <a:pt x="66522" y="64716"/>
                    <a:pt x="66915" y="67308"/>
                    <a:pt x="66924" y="69918"/>
                  </a:cubicBez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756698" y="2750923"/>
            <a:ext cx="7630603" cy="1446355"/>
            <a:chOff x="197555" y="2293026"/>
            <a:chExt cx="7630603" cy="1446355"/>
          </a:xfrm>
        </p:grpSpPr>
        <p:sp>
          <p:nvSpPr>
            <p:cNvPr id="11" name="Rounded Rectangle 10"/>
            <p:cNvSpPr/>
            <p:nvPr/>
          </p:nvSpPr>
          <p:spPr>
            <a:xfrm>
              <a:off x="2511656" y="2442128"/>
              <a:ext cx="955364" cy="1297253"/>
            </a:xfrm>
            <a:custGeom>
              <a:avLst/>
              <a:gdLst/>
              <a:ahLst/>
              <a:cxnLst/>
              <a:rect l="0" t="0" r="0" b="0"/>
              <a:pathLst>
                <a:path w="955364" h="1297253">
                  <a:moveTo>
                    <a:pt x="595689" y="531666"/>
                  </a:moveTo>
                  <a:cubicBezTo>
                    <a:pt x="619603" y="716589"/>
                    <a:pt x="637170" y="1129650"/>
                    <a:pt x="901566" y="1129650"/>
                  </a:cubicBezTo>
                  <a:cubicBezTo>
                    <a:pt x="899830" y="1148402"/>
                    <a:pt x="900487" y="1167333"/>
                    <a:pt x="903543" y="1185981"/>
                  </a:cubicBezTo>
                  <a:cubicBezTo>
                    <a:pt x="908647" y="1215966"/>
                    <a:pt x="919790" y="1244599"/>
                    <a:pt x="936285" y="1270130"/>
                  </a:cubicBezTo>
                  <a:cubicBezTo>
                    <a:pt x="939625" y="1275319"/>
                    <a:pt x="943132" y="1280263"/>
                    <a:pt x="946805" y="1285035"/>
                  </a:cubicBezTo>
                  <a:cubicBezTo>
                    <a:pt x="949551" y="1288550"/>
                    <a:pt x="952414" y="1291963"/>
                    <a:pt x="955364" y="1295293"/>
                  </a:cubicBezTo>
                  <a:lnTo>
                    <a:pt x="947622" y="1295751"/>
                  </a:lnTo>
                  <a:cubicBezTo>
                    <a:pt x="936750" y="1296754"/>
                    <a:pt x="925875" y="1297253"/>
                    <a:pt x="914919" y="1297253"/>
                  </a:cubicBezTo>
                  <a:cubicBezTo>
                    <a:pt x="535334" y="1297253"/>
                    <a:pt x="478060" y="924151"/>
                    <a:pt x="438123" y="553073"/>
                  </a:cubicBezTo>
                  <a:cubicBezTo>
                    <a:pt x="418889" y="374353"/>
                    <a:pt x="352814" y="185303"/>
                    <a:pt x="143811" y="260688"/>
                  </a:cubicBezTo>
                  <a:lnTo>
                    <a:pt x="141989" y="258867"/>
                  </a:lnTo>
                  <a:cubicBezTo>
                    <a:pt x="113711" y="232035"/>
                    <a:pt x="83399" y="207439"/>
                    <a:pt x="51323" y="185303"/>
                  </a:cubicBezTo>
                  <a:cubicBezTo>
                    <a:pt x="40712" y="177819"/>
                    <a:pt x="29929" y="170591"/>
                    <a:pt x="19062" y="163447"/>
                  </a:cubicBezTo>
                  <a:cubicBezTo>
                    <a:pt x="12744" y="159295"/>
                    <a:pt x="6406" y="155279"/>
                    <a:pt x="0" y="151302"/>
                  </a:cubicBezTo>
                  <a:cubicBezTo>
                    <a:pt x="16453" y="139674"/>
                    <a:pt x="33572" y="129019"/>
                    <a:pt x="51275" y="119408"/>
                  </a:cubicBezTo>
                  <a:cubicBezTo>
                    <a:pt x="60878" y="114636"/>
                    <a:pt x="70823" y="110034"/>
                    <a:pt x="81012" y="105932"/>
                  </a:cubicBezTo>
                  <a:cubicBezTo>
                    <a:pt x="411358" y="0"/>
                    <a:pt x="553430" y="204898"/>
                    <a:pt x="595689" y="531666"/>
                  </a:cubicBezTo>
                  <a:close/>
                </a:path>
              </a:pathLst>
            </a:custGeom>
            <a:noFill/>
            <a:ln w="12544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97555" y="2494697"/>
              <a:ext cx="760213" cy="1244684"/>
            </a:xfrm>
            <a:custGeom>
              <a:avLst/>
              <a:gdLst/>
              <a:ahLst/>
              <a:cxnLst/>
              <a:rect l="0" t="0" r="0" b="0"/>
              <a:pathLst>
                <a:path w="760213" h="1244684">
                  <a:moveTo>
                    <a:pt x="706414" y="1077081"/>
                  </a:moveTo>
                  <a:cubicBezTo>
                    <a:pt x="704678" y="1095833"/>
                    <a:pt x="705335" y="1114764"/>
                    <a:pt x="708391" y="1133412"/>
                  </a:cubicBezTo>
                  <a:cubicBezTo>
                    <a:pt x="713496" y="1163396"/>
                    <a:pt x="724638" y="1192029"/>
                    <a:pt x="741134" y="1217560"/>
                  </a:cubicBezTo>
                  <a:cubicBezTo>
                    <a:pt x="744474" y="1222750"/>
                    <a:pt x="747980" y="1227694"/>
                    <a:pt x="751654" y="1232466"/>
                  </a:cubicBezTo>
                  <a:cubicBezTo>
                    <a:pt x="754400" y="1235981"/>
                    <a:pt x="757263" y="1239394"/>
                    <a:pt x="760213" y="1242724"/>
                  </a:cubicBezTo>
                  <a:lnTo>
                    <a:pt x="752470" y="1243182"/>
                  </a:lnTo>
                  <a:cubicBezTo>
                    <a:pt x="741599" y="1244185"/>
                    <a:pt x="730724" y="1244684"/>
                    <a:pt x="719768" y="1244684"/>
                  </a:cubicBezTo>
                  <a:cubicBezTo>
                    <a:pt x="340183" y="1244684"/>
                    <a:pt x="282908" y="871582"/>
                    <a:pt x="242972" y="500504"/>
                  </a:cubicBezTo>
                  <a:cubicBezTo>
                    <a:pt x="225410" y="337324"/>
                    <a:pt x="168800" y="165532"/>
                    <a:pt x="0" y="194272"/>
                  </a:cubicBezTo>
                  <a:lnTo>
                    <a:pt x="0" y="27960"/>
                  </a:lnTo>
                  <a:cubicBezTo>
                    <a:pt x="249836" y="0"/>
                    <a:pt x="363507" y="192759"/>
                    <a:pt x="400538" y="479097"/>
                  </a:cubicBezTo>
                  <a:cubicBezTo>
                    <a:pt x="424452" y="664019"/>
                    <a:pt x="442019" y="1077081"/>
                    <a:pt x="706414" y="1077081"/>
                  </a:cubicBezTo>
                  <a:close/>
                </a:path>
              </a:pathLst>
            </a:custGeom>
            <a:noFill/>
            <a:ln w="12544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5020680" y="2442123"/>
              <a:ext cx="955364" cy="1297253"/>
            </a:xfrm>
            <a:custGeom>
              <a:avLst/>
              <a:gdLst/>
              <a:ahLst/>
              <a:cxnLst/>
              <a:rect l="0" t="0" r="0" b="0"/>
              <a:pathLst>
                <a:path w="955364" h="1297253">
                  <a:moveTo>
                    <a:pt x="595689" y="531666"/>
                  </a:moveTo>
                  <a:cubicBezTo>
                    <a:pt x="619603" y="716589"/>
                    <a:pt x="637170" y="1129650"/>
                    <a:pt x="901566" y="1129650"/>
                  </a:cubicBezTo>
                  <a:cubicBezTo>
                    <a:pt x="899830" y="1148402"/>
                    <a:pt x="900487" y="1167333"/>
                    <a:pt x="903543" y="1185981"/>
                  </a:cubicBezTo>
                  <a:cubicBezTo>
                    <a:pt x="908647" y="1215966"/>
                    <a:pt x="919790" y="1244599"/>
                    <a:pt x="936285" y="1270130"/>
                  </a:cubicBezTo>
                  <a:cubicBezTo>
                    <a:pt x="939625" y="1275319"/>
                    <a:pt x="943132" y="1280263"/>
                    <a:pt x="946805" y="1285035"/>
                  </a:cubicBezTo>
                  <a:cubicBezTo>
                    <a:pt x="949551" y="1288550"/>
                    <a:pt x="952414" y="1291963"/>
                    <a:pt x="955364" y="1295293"/>
                  </a:cubicBezTo>
                  <a:lnTo>
                    <a:pt x="947622" y="1295751"/>
                  </a:lnTo>
                  <a:cubicBezTo>
                    <a:pt x="936750" y="1296754"/>
                    <a:pt x="925875" y="1297253"/>
                    <a:pt x="914919" y="1297253"/>
                  </a:cubicBezTo>
                  <a:cubicBezTo>
                    <a:pt x="535334" y="1297253"/>
                    <a:pt x="478060" y="924151"/>
                    <a:pt x="438123" y="553073"/>
                  </a:cubicBezTo>
                  <a:cubicBezTo>
                    <a:pt x="418889" y="374353"/>
                    <a:pt x="352814" y="185303"/>
                    <a:pt x="143811" y="260688"/>
                  </a:cubicBezTo>
                  <a:lnTo>
                    <a:pt x="141989" y="258867"/>
                  </a:lnTo>
                  <a:cubicBezTo>
                    <a:pt x="113711" y="232035"/>
                    <a:pt x="83399" y="207439"/>
                    <a:pt x="51323" y="185303"/>
                  </a:cubicBezTo>
                  <a:cubicBezTo>
                    <a:pt x="40712" y="177819"/>
                    <a:pt x="29929" y="170591"/>
                    <a:pt x="19062" y="163447"/>
                  </a:cubicBezTo>
                  <a:cubicBezTo>
                    <a:pt x="12744" y="159295"/>
                    <a:pt x="6406" y="155279"/>
                    <a:pt x="0" y="151302"/>
                  </a:cubicBezTo>
                  <a:cubicBezTo>
                    <a:pt x="16453" y="139674"/>
                    <a:pt x="33572" y="129019"/>
                    <a:pt x="51275" y="119408"/>
                  </a:cubicBezTo>
                  <a:cubicBezTo>
                    <a:pt x="60878" y="114636"/>
                    <a:pt x="70823" y="110034"/>
                    <a:pt x="81012" y="105932"/>
                  </a:cubicBezTo>
                  <a:cubicBezTo>
                    <a:pt x="411358" y="0"/>
                    <a:pt x="553430" y="204898"/>
                    <a:pt x="595689" y="531666"/>
                  </a:cubicBezTo>
                  <a:close/>
                </a:path>
              </a:pathLst>
            </a:custGeom>
            <a:noFill/>
            <a:ln w="12544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275192" y="2563141"/>
              <a:ext cx="880045" cy="1175304"/>
            </a:xfrm>
            <a:custGeom>
              <a:avLst/>
              <a:gdLst/>
              <a:ahLst/>
              <a:cxnLst/>
              <a:rect l="0" t="0" r="0" b="0"/>
              <a:pathLst>
                <a:path w="880045" h="1175304">
                  <a:moveTo>
                    <a:pt x="880045" y="144767"/>
                  </a:moveTo>
                  <a:cubicBezTo>
                    <a:pt x="632989" y="242784"/>
                    <a:pt x="619331" y="533396"/>
                    <a:pt x="598702" y="692905"/>
                  </a:cubicBezTo>
                  <a:cubicBezTo>
                    <a:pt x="572143" y="898275"/>
                    <a:pt x="527029" y="1032589"/>
                    <a:pt x="432856" y="1104215"/>
                  </a:cubicBezTo>
                  <a:cubicBezTo>
                    <a:pt x="341405" y="1173770"/>
                    <a:pt x="189728" y="1175304"/>
                    <a:pt x="81003" y="1112579"/>
                  </a:cubicBezTo>
                  <a:cubicBezTo>
                    <a:pt x="70815" y="1108476"/>
                    <a:pt x="60878" y="1102478"/>
                    <a:pt x="51275" y="1097706"/>
                  </a:cubicBezTo>
                  <a:cubicBezTo>
                    <a:pt x="33571" y="1088094"/>
                    <a:pt x="16454" y="1077432"/>
                    <a:pt x="0" y="1065804"/>
                  </a:cubicBezTo>
                  <a:cubicBezTo>
                    <a:pt x="6405" y="1061828"/>
                    <a:pt x="12745" y="1057818"/>
                    <a:pt x="19062" y="1053668"/>
                  </a:cubicBezTo>
                  <a:cubicBezTo>
                    <a:pt x="29929" y="1046524"/>
                    <a:pt x="40712" y="1039295"/>
                    <a:pt x="51323" y="1031812"/>
                  </a:cubicBezTo>
                  <a:cubicBezTo>
                    <a:pt x="82338" y="1010407"/>
                    <a:pt x="111690" y="986688"/>
                    <a:pt x="139163" y="960886"/>
                  </a:cubicBezTo>
                  <a:lnTo>
                    <a:pt x="152092" y="949492"/>
                  </a:lnTo>
                  <a:cubicBezTo>
                    <a:pt x="377905" y="1053668"/>
                    <a:pt x="421849" y="821306"/>
                    <a:pt x="441219" y="671327"/>
                  </a:cubicBezTo>
                  <a:cubicBezTo>
                    <a:pt x="472621" y="427780"/>
                    <a:pt x="540719" y="69716"/>
                    <a:pt x="819492" y="0"/>
                  </a:cubicBezTo>
                  <a:lnTo>
                    <a:pt x="880045" y="144767"/>
                  </a:lnTo>
                  <a:close/>
                </a:path>
              </a:pathLst>
            </a:custGeom>
            <a:noFill/>
            <a:ln w="12544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257144" y="2491906"/>
              <a:ext cx="945907" cy="1211755"/>
            </a:xfrm>
            <a:custGeom>
              <a:avLst/>
              <a:gdLst/>
              <a:ahLst/>
              <a:cxnLst/>
              <a:rect l="0" t="0" r="0" b="0"/>
              <a:pathLst>
                <a:path w="945907" h="1211755">
                  <a:moveTo>
                    <a:pt x="913163" y="491"/>
                  </a:moveTo>
                  <a:cubicBezTo>
                    <a:pt x="924633" y="0"/>
                    <a:pt x="934578" y="1404"/>
                    <a:pt x="945907" y="2484"/>
                  </a:cubicBezTo>
                  <a:cubicBezTo>
                    <a:pt x="942561" y="6889"/>
                    <a:pt x="939351" y="11442"/>
                    <a:pt x="936285" y="16205"/>
                  </a:cubicBezTo>
                  <a:cubicBezTo>
                    <a:pt x="919790" y="41735"/>
                    <a:pt x="908647" y="70370"/>
                    <a:pt x="903543" y="100354"/>
                  </a:cubicBezTo>
                  <a:cubicBezTo>
                    <a:pt x="899918" y="122471"/>
                    <a:pt x="899676" y="144988"/>
                    <a:pt x="902791" y="167131"/>
                  </a:cubicBezTo>
                  <a:lnTo>
                    <a:pt x="901288" y="167253"/>
                  </a:lnTo>
                  <a:cubicBezTo>
                    <a:pt x="666442" y="167253"/>
                    <a:pt x="630623" y="585085"/>
                    <a:pt x="607735" y="762730"/>
                  </a:cubicBezTo>
                  <a:lnTo>
                    <a:pt x="589498" y="902981"/>
                  </a:lnTo>
                  <a:cubicBezTo>
                    <a:pt x="575667" y="990229"/>
                    <a:pt x="536461" y="1064654"/>
                    <a:pt x="469307" y="1122046"/>
                  </a:cubicBezTo>
                  <a:cubicBezTo>
                    <a:pt x="402149" y="1179439"/>
                    <a:pt x="316725" y="1211006"/>
                    <a:pt x="228384" y="1211071"/>
                  </a:cubicBezTo>
                  <a:cubicBezTo>
                    <a:pt x="183094" y="1211755"/>
                    <a:pt x="132838" y="1200641"/>
                    <a:pt x="89563" y="1184992"/>
                  </a:cubicBezTo>
                  <a:lnTo>
                    <a:pt x="81003" y="1181799"/>
                  </a:lnTo>
                  <a:lnTo>
                    <a:pt x="77198" y="1180182"/>
                  </a:lnTo>
                  <a:cubicBezTo>
                    <a:pt x="68338" y="1176220"/>
                    <a:pt x="59679" y="1171103"/>
                    <a:pt x="51275" y="1166926"/>
                  </a:cubicBezTo>
                  <a:cubicBezTo>
                    <a:pt x="33570" y="1157315"/>
                    <a:pt x="16454" y="1146653"/>
                    <a:pt x="0" y="1135024"/>
                  </a:cubicBezTo>
                  <a:cubicBezTo>
                    <a:pt x="6405" y="1131048"/>
                    <a:pt x="12745" y="1127038"/>
                    <a:pt x="19062" y="1122887"/>
                  </a:cubicBezTo>
                  <a:cubicBezTo>
                    <a:pt x="29929" y="1115744"/>
                    <a:pt x="40712" y="1108516"/>
                    <a:pt x="51323" y="1101031"/>
                  </a:cubicBezTo>
                  <a:cubicBezTo>
                    <a:pt x="82158" y="1079752"/>
                    <a:pt x="111355" y="1056191"/>
                    <a:pt x="138690" y="1030563"/>
                  </a:cubicBezTo>
                  <a:cubicBezTo>
                    <a:pt x="146098" y="1033829"/>
                    <a:pt x="154260" y="1037009"/>
                    <a:pt x="157696" y="1038053"/>
                  </a:cubicBezTo>
                  <a:cubicBezTo>
                    <a:pt x="183137" y="1046713"/>
                    <a:pt x="210047" y="1050249"/>
                    <a:pt x="236862" y="1048458"/>
                  </a:cubicBezTo>
                  <a:cubicBezTo>
                    <a:pt x="263676" y="1046667"/>
                    <a:pt x="289875" y="1039589"/>
                    <a:pt x="313938" y="1027623"/>
                  </a:cubicBezTo>
                  <a:cubicBezTo>
                    <a:pt x="338001" y="1015657"/>
                    <a:pt x="359462" y="999041"/>
                    <a:pt x="377072" y="978741"/>
                  </a:cubicBezTo>
                  <a:cubicBezTo>
                    <a:pt x="394681" y="958442"/>
                    <a:pt x="408096" y="934854"/>
                    <a:pt x="416545" y="909343"/>
                  </a:cubicBezTo>
                  <a:cubicBezTo>
                    <a:pt x="419866" y="899180"/>
                    <a:pt x="422412" y="888773"/>
                    <a:pt x="424157" y="878225"/>
                  </a:cubicBezTo>
                  <a:lnTo>
                    <a:pt x="441799" y="741568"/>
                  </a:lnTo>
                  <a:cubicBezTo>
                    <a:pt x="478321" y="459117"/>
                    <a:pt x="539175" y="60"/>
                    <a:pt x="913163" y="491"/>
                  </a:cubicBezTo>
                  <a:close/>
                </a:path>
              </a:pathLst>
            </a:custGeom>
            <a:noFill/>
            <a:ln w="12544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3766168" y="2491906"/>
              <a:ext cx="945907" cy="1211755"/>
            </a:xfrm>
            <a:custGeom>
              <a:avLst/>
              <a:gdLst/>
              <a:ahLst/>
              <a:cxnLst/>
              <a:rect l="0" t="0" r="0" b="0"/>
              <a:pathLst>
                <a:path w="945907" h="1211755">
                  <a:moveTo>
                    <a:pt x="913163" y="491"/>
                  </a:moveTo>
                  <a:cubicBezTo>
                    <a:pt x="924633" y="0"/>
                    <a:pt x="934578" y="1404"/>
                    <a:pt x="945907" y="2484"/>
                  </a:cubicBezTo>
                  <a:cubicBezTo>
                    <a:pt x="942561" y="6889"/>
                    <a:pt x="939351" y="11442"/>
                    <a:pt x="936285" y="16205"/>
                  </a:cubicBezTo>
                  <a:cubicBezTo>
                    <a:pt x="919790" y="41735"/>
                    <a:pt x="908647" y="70370"/>
                    <a:pt x="903543" y="100354"/>
                  </a:cubicBezTo>
                  <a:cubicBezTo>
                    <a:pt x="899918" y="122471"/>
                    <a:pt x="899676" y="144988"/>
                    <a:pt x="902791" y="167131"/>
                  </a:cubicBezTo>
                  <a:lnTo>
                    <a:pt x="901288" y="167253"/>
                  </a:lnTo>
                  <a:cubicBezTo>
                    <a:pt x="666442" y="167253"/>
                    <a:pt x="630623" y="585085"/>
                    <a:pt x="607735" y="762730"/>
                  </a:cubicBezTo>
                  <a:lnTo>
                    <a:pt x="589498" y="902981"/>
                  </a:lnTo>
                  <a:cubicBezTo>
                    <a:pt x="575667" y="990229"/>
                    <a:pt x="536461" y="1064654"/>
                    <a:pt x="469307" y="1122046"/>
                  </a:cubicBezTo>
                  <a:cubicBezTo>
                    <a:pt x="402149" y="1179439"/>
                    <a:pt x="316725" y="1211006"/>
                    <a:pt x="228384" y="1211071"/>
                  </a:cubicBezTo>
                  <a:cubicBezTo>
                    <a:pt x="183094" y="1211755"/>
                    <a:pt x="132838" y="1200641"/>
                    <a:pt x="89563" y="1184992"/>
                  </a:cubicBezTo>
                  <a:lnTo>
                    <a:pt x="81003" y="1181799"/>
                  </a:lnTo>
                  <a:lnTo>
                    <a:pt x="77198" y="1180182"/>
                  </a:lnTo>
                  <a:cubicBezTo>
                    <a:pt x="68338" y="1176220"/>
                    <a:pt x="59679" y="1171103"/>
                    <a:pt x="51275" y="1166926"/>
                  </a:cubicBezTo>
                  <a:cubicBezTo>
                    <a:pt x="33570" y="1157315"/>
                    <a:pt x="16454" y="1146653"/>
                    <a:pt x="0" y="1135024"/>
                  </a:cubicBezTo>
                  <a:cubicBezTo>
                    <a:pt x="6405" y="1131048"/>
                    <a:pt x="12745" y="1127038"/>
                    <a:pt x="19062" y="1122887"/>
                  </a:cubicBezTo>
                  <a:cubicBezTo>
                    <a:pt x="29929" y="1115744"/>
                    <a:pt x="40712" y="1108516"/>
                    <a:pt x="51323" y="1101031"/>
                  </a:cubicBezTo>
                  <a:cubicBezTo>
                    <a:pt x="82158" y="1079752"/>
                    <a:pt x="111355" y="1056191"/>
                    <a:pt x="138690" y="1030563"/>
                  </a:cubicBezTo>
                  <a:cubicBezTo>
                    <a:pt x="146098" y="1033829"/>
                    <a:pt x="154260" y="1037009"/>
                    <a:pt x="157696" y="1038053"/>
                  </a:cubicBezTo>
                  <a:cubicBezTo>
                    <a:pt x="183137" y="1046713"/>
                    <a:pt x="210047" y="1050249"/>
                    <a:pt x="236862" y="1048458"/>
                  </a:cubicBezTo>
                  <a:cubicBezTo>
                    <a:pt x="263676" y="1046667"/>
                    <a:pt x="289875" y="1039589"/>
                    <a:pt x="313938" y="1027623"/>
                  </a:cubicBezTo>
                  <a:cubicBezTo>
                    <a:pt x="338001" y="1015657"/>
                    <a:pt x="359462" y="999041"/>
                    <a:pt x="377072" y="978741"/>
                  </a:cubicBezTo>
                  <a:cubicBezTo>
                    <a:pt x="394681" y="958442"/>
                    <a:pt x="408096" y="934854"/>
                    <a:pt x="416545" y="909343"/>
                  </a:cubicBezTo>
                  <a:cubicBezTo>
                    <a:pt x="419866" y="899180"/>
                    <a:pt x="422412" y="888773"/>
                    <a:pt x="424157" y="878225"/>
                  </a:cubicBezTo>
                  <a:lnTo>
                    <a:pt x="441799" y="741568"/>
                  </a:lnTo>
                  <a:cubicBezTo>
                    <a:pt x="478321" y="459117"/>
                    <a:pt x="539175" y="60"/>
                    <a:pt x="913163" y="491"/>
                  </a:cubicBezTo>
                  <a:close/>
                </a:path>
              </a:pathLst>
            </a:custGeom>
            <a:noFill/>
            <a:ln w="12544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7094603" y="2293026"/>
              <a:ext cx="721052" cy="454054"/>
            </a:xfrm>
            <a:custGeom>
              <a:avLst/>
              <a:gdLst/>
              <a:ahLst/>
              <a:cxnLst/>
              <a:rect l="0" t="0" r="0" b="0"/>
              <a:pathLst>
                <a:path w="721052" h="454054">
                  <a:moveTo>
                    <a:pt x="222060" y="113170"/>
                  </a:moveTo>
                  <a:lnTo>
                    <a:pt x="159297" y="139541"/>
                  </a:lnTo>
                  <a:lnTo>
                    <a:pt x="266171" y="393910"/>
                  </a:lnTo>
                  <a:lnTo>
                    <a:pt x="328934" y="367539"/>
                  </a:lnTo>
                  <a:lnTo>
                    <a:pt x="222060" y="113170"/>
                  </a:lnTo>
                  <a:close/>
                  <a:moveTo>
                    <a:pt x="670637" y="6260"/>
                  </a:moveTo>
                  <a:cubicBezTo>
                    <a:pt x="668848" y="2001"/>
                    <a:pt x="663945" y="0"/>
                    <a:pt x="659686" y="1788"/>
                  </a:cubicBezTo>
                  <a:lnTo>
                    <a:pt x="612344" y="21680"/>
                  </a:lnTo>
                  <a:cubicBezTo>
                    <a:pt x="608086" y="23469"/>
                    <a:pt x="606084" y="28372"/>
                    <a:pt x="607873" y="32630"/>
                  </a:cubicBezTo>
                  <a:lnTo>
                    <a:pt x="656500" y="148364"/>
                  </a:lnTo>
                  <a:cubicBezTo>
                    <a:pt x="658289" y="152623"/>
                    <a:pt x="663192" y="154624"/>
                    <a:pt x="667450" y="152835"/>
                  </a:cubicBezTo>
                  <a:lnTo>
                    <a:pt x="714792" y="132944"/>
                  </a:lnTo>
                  <a:cubicBezTo>
                    <a:pt x="719051" y="131155"/>
                    <a:pt x="721052" y="126253"/>
                    <a:pt x="719263" y="121994"/>
                  </a:cubicBezTo>
                  <a:lnTo>
                    <a:pt x="670637" y="6260"/>
                  </a:lnTo>
                  <a:close/>
                  <a:moveTo>
                    <a:pt x="96598" y="165929"/>
                  </a:moveTo>
                  <a:lnTo>
                    <a:pt x="16255" y="199685"/>
                  </a:lnTo>
                  <a:lnTo>
                    <a:pt x="123129" y="454054"/>
                  </a:lnTo>
                  <a:lnTo>
                    <a:pt x="203472" y="420298"/>
                  </a:lnTo>
                  <a:lnTo>
                    <a:pt x="96598" y="165929"/>
                  </a:lnTo>
                  <a:close/>
                  <a:moveTo>
                    <a:pt x="151491" y="120929"/>
                  </a:moveTo>
                  <a:cubicBezTo>
                    <a:pt x="149701" y="116672"/>
                    <a:pt x="144799" y="114669"/>
                    <a:pt x="140541" y="116458"/>
                  </a:cubicBezTo>
                  <a:lnTo>
                    <a:pt x="93198" y="136350"/>
                  </a:lnTo>
                  <a:cubicBezTo>
                    <a:pt x="88939" y="138139"/>
                    <a:pt x="86938" y="143041"/>
                    <a:pt x="88727" y="147300"/>
                  </a:cubicBezTo>
                  <a:lnTo>
                    <a:pt x="211249" y="438911"/>
                  </a:lnTo>
                  <a:cubicBezTo>
                    <a:pt x="213038" y="443169"/>
                    <a:pt x="217941" y="445171"/>
                    <a:pt x="222200" y="443382"/>
                  </a:cubicBezTo>
                  <a:lnTo>
                    <a:pt x="269541" y="423490"/>
                  </a:lnTo>
                  <a:cubicBezTo>
                    <a:pt x="273800" y="421701"/>
                    <a:pt x="275801" y="416799"/>
                    <a:pt x="274013" y="412540"/>
                  </a:cubicBezTo>
                  <a:lnTo>
                    <a:pt x="151491" y="120929"/>
                  </a:lnTo>
                  <a:close/>
                  <a:moveTo>
                    <a:pt x="320318" y="346901"/>
                  </a:moveTo>
                  <a:lnTo>
                    <a:pt x="653935" y="142165"/>
                  </a:lnTo>
                  <a:lnTo>
                    <a:pt x="610111" y="37873"/>
                  </a:lnTo>
                  <a:lnTo>
                    <a:pt x="230328" y="132882"/>
                  </a:lnTo>
                  <a:lnTo>
                    <a:pt x="320318" y="346901"/>
                  </a:lnTo>
                  <a:close/>
                  <a:moveTo>
                    <a:pt x="0" y="270719"/>
                  </a:moveTo>
                  <a:lnTo>
                    <a:pt x="16057" y="199212"/>
                  </a:lnTo>
                  <a:lnTo>
                    <a:pt x="122942" y="453543"/>
                  </a:lnTo>
                  <a:lnTo>
                    <a:pt x="60634" y="414988"/>
                  </a:lnTo>
                  <a:lnTo>
                    <a:pt x="0" y="270719"/>
                  </a:lnTo>
                  <a:close/>
                </a:path>
              </a:pathLst>
            </a:custGeom>
            <a:noFill/>
            <a:ln w="12544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7761231" y="2470980"/>
              <a:ext cx="66927" cy="103371"/>
            </a:xfrm>
            <a:custGeom>
              <a:avLst/>
              <a:gdLst/>
              <a:ahLst/>
              <a:cxnLst/>
              <a:rect l="0" t="0" r="0" b="0"/>
              <a:pathLst>
                <a:path w="66927" h="103371">
                  <a:moveTo>
                    <a:pt x="66927" y="69918"/>
                  </a:moveTo>
                  <a:cubicBezTo>
                    <a:pt x="66927" y="78790"/>
                    <a:pt x="63403" y="87299"/>
                    <a:pt x="57128" y="93573"/>
                  </a:cubicBezTo>
                  <a:cubicBezTo>
                    <a:pt x="50855" y="99847"/>
                    <a:pt x="42346" y="103371"/>
                    <a:pt x="33473" y="103371"/>
                  </a:cubicBezTo>
                  <a:cubicBezTo>
                    <a:pt x="24600" y="103371"/>
                    <a:pt x="16092" y="99847"/>
                    <a:pt x="9818" y="93573"/>
                  </a:cubicBezTo>
                  <a:cubicBezTo>
                    <a:pt x="3544" y="87299"/>
                    <a:pt x="20" y="78790"/>
                    <a:pt x="20" y="69918"/>
                  </a:cubicBezTo>
                  <a:cubicBezTo>
                    <a:pt x="0" y="67313"/>
                    <a:pt x="366" y="64721"/>
                    <a:pt x="1107" y="62223"/>
                  </a:cubicBezTo>
                  <a:cubicBezTo>
                    <a:pt x="1511" y="60785"/>
                    <a:pt x="2043" y="59386"/>
                    <a:pt x="2696" y="58042"/>
                  </a:cubicBezTo>
                  <a:lnTo>
                    <a:pt x="33473" y="0"/>
                  </a:lnTo>
                  <a:lnTo>
                    <a:pt x="64000" y="57456"/>
                  </a:lnTo>
                  <a:cubicBezTo>
                    <a:pt x="64757" y="58977"/>
                    <a:pt x="65346" y="60575"/>
                    <a:pt x="65756" y="62223"/>
                  </a:cubicBezTo>
                  <a:cubicBezTo>
                    <a:pt x="66524" y="64716"/>
                    <a:pt x="66919" y="67309"/>
                    <a:pt x="66927" y="69918"/>
                  </a:cubicBezTo>
                  <a:close/>
                </a:path>
              </a:pathLst>
            </a:custGeom>
            <a:noFill/>
            <a:ln w="12544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0" name="Rounded Rectangle 19"/>
          <p:cNvSpPr/>
          <p:nvPr/>
        </p:nvSpPr>
        <p:spPr>
          <a:xfrm>
            <a:off x="1460970" y="3768011"/>
            <a:ext cx="553816" cy="504531"/>
          </a:xfrm>
          <a:custGeom>
            <a:avLst/>
            <a:gdLst/>
            <a:ahLst/>
            <a:cxnLst/>
            <a:rect l="0" t="0" r="0" b="0"/>
            <a:pathLst>
              <a:path w="553816" h="504531">
                <a:moveTo>
                  <a:pt x="188728" y="63637"/>
                </a:moveTo>
                <a:cubicBezTo>
                  <a:pt x="226063" y="57264"/>
                  <a:pt x="264384" y="60158"/>
                  <a:pt x="300346" y="72075"/>
                </a:cubicBezTo>
                <a:cubicBezTo>
                  <a:pt x="304102" y="73414"/>
                  <a:pt x="307865" y="74844"/>
                  <a:pt x="311545" y="76349"/>
                </a:cubicBezTo>
                <a:cubicBezTo>
                  <a:pt x="316672" y="78423"/>
                  <a:pt x="321799" y="80573"/>
                  <a:pt x="326867" y="83048"/>
                </a:cubicBezTo>
                <a:cubicBezTo>
                  <a:pt x="326340" y="83575"/>
                  <a:pt x="325830" y="84110"/>
                  <a:pt x="325303" y="84629"/>
                </a:cubicBezTo>
                <a:cubicBezTo>
                  <a:pt x="296792" y="112655"/>
                  <a:pt x="264743" y="136817"/>
                  <a:pt x="229968" y="156496"/>
                </a:cubicBezTo>
                <a:cubicBezTo>
                  <a:pt x="200680" y="173248"/>
                  <a:pt x="168840" y="187541"/>
                  <a:pt x="146685" y="213057"/>
                </a:cubicBezTo>
                <a:cubicBezTo>
                  <a:pt x="131631" y="230487"/>
                  <a:pt x="122080" y="252006"/>
                  <a:pt x="119253" y="274880"/>
                </a:cubicBezTo>
                <a:cubicBezTo>
                  <a:pt x="114160" y="315275"/>
                  <a:pt x="135386" y="360270"/>
                  <a:pt x="173599" y="373627"/>
                </a:cubicBezTo>
                <a:cubicBezTo>
                  <a:pt x="196096" y="381530"/>
                  <a:pt x="221053" y="377959"/>
                  <a:pt x="243977" y="371410"/>
                </a:cubicBezTo>
                <a:cubicBezTo>
                  <a:pt x="279881" y="360496"/>
                  <a:pt x="314154" y="344765"/>
                  <a:pt x="345852" y="324634"/>
                </a:cubicBezTo>
                <a:lnTo>
                  <a:pt x="350519" y="321824"/>
                </a:lnTo>
                <a:cubicBezTo>
                  <a:pt x="352124" y="320845"/>
                  <a:pt x="353713" y="319825"/>
                  <a:pt x="355311" y="318830"/>
                </a:cubicBezTo>
                <a:cubicBezTo>
                  <a:pt x="371770" y="330463"/>
                  <a:pt x="388882" y="341118"/>
                  <a:pt x="406587" y="350736"/>
                </a:cubicBezTo>
                <a:cubicBezTo>
                  <a:pt x="416188" y="355503"/>
                  <a:pt x="426132" y="361500"/>
                  <a:pt x="436319" y="365606"/>
                </a:cubicBezTo>
                <a:cubicBezTo>
                  <a:pt x="422921" y="398081"/>
                  <a:pt x="402154" y="425589"/>
                  <a:pt x="375667" y="448613"/>
                </a:cubicBezTo>
                <a:cubicBezTo>
                  <a:pt x="349172" y="471629"/>
                  <a:pt x="317692" y="488147"/>
                  <a:pt x="283728" y="496837"/>
                </a:cubicBezTo>
                <a:cubicBezTo>
                  <a:pt x="268147" y="500817"/>
                  <a:pt x="252182" y="503067"/>
                  <a:pt x="236115" y="503536"/>
                </a:cubicBezTo>
                <a:cubicBezTo>
                  <a:pt x="193286" y="504531"/>
                  <a:pt x="150967" y="494068"/>
                  <a:pt x="113508" y="473227"/>
                </a:cubicBezTo>
                <a:cubicBezTo>
                  <a:pt x="87991" y="459143"/>
                  <a:pt x="65569" y="440032"/>
                  <a:pt x="47604" y="417041"/>
                </a:cubicBezTo>
                <a:cubicBezTo>
                  <a:pt x="43933" y="412274"/>
                  <a:pt x="40428" y="407331"/>
                  <a:pt x="37083" y="402138"/>
                </a:cubicBezTo>
                <a:cubicBezTo>
                  <a:pt x="20590" y="376604"/>
                  <a:pt x="9450" y="347976"/>
                  <a:pt x="4340" y="317985"/>
                </a:cubicBezTo>
                <a:cubicBezTo>
                  <a:pt x="0" y="291464"/>
                  <a:pt x="501" y="264367"/>
                  <a:pt x="5846" y="238031"/>
                </a:cubicBezTo>
                <a:cubicBezTo>
                  <a:pt x="8973" y="222575"/>
                  <a:pt x="13824" y="207521"/>
                  <a:pt x="20289" y="193153"/>
                </a:cubicBezTo>
                <a:cubicBezTo>
                  <a:pt x="34867" y="159908"/>
                  <a:pt x="57523" y="130862"/>
                  <a:pt x="86193" y="108665"/>
                </a:cubicBezTo>
                <a:cubicBezTo>
                  <a:pt x="116184" y="85482"/>
                  <a:pt x="151394" y="70018"/>
                  <a:pt x="188728" y="63637"/>
                </a:cubicBezTo>
                <a:moveTo>
                  <a:pt x="553089" y="116443"/>
                </a:moveTo>
                <a:cubicBezTo>
                  <a:pt x="552620" y="121052"/>
                  <a:pt x="551851" y="125626"/>
                  <a:pt x="550797" y="130134"/>
                </a:cubicBezTo>
                <a:cubicBezTo>
                  <a:pt x="550203" y="132769"/>
                  <a:pt x="549610" y="135412"/>
                  <a:pt x="548757" y="137962"/>
                </a:cubicBezTo>
                <a:cubicBezTo>
                  <a:pt x="547904" y="140513"/>
                  <a:pt x="547142" y="142378"/>
                  <a:pt x="546298" y="144595"/>
                </a:cubicBezTo>
                <a:cubicBezTo>
                  <a:pt x="535425" y="169250"/>
                  <a:pt x="519418" y="191288"/>
                  <a:pt x="499346" y="209227"/>
                </a:cubicBezTo>
                <a:lnTo>
                  <a:pt x="497305" y="211268"/>
                </a:lnTo>
                <a:cubicBezTo>
                  <a:pt x="469028" y="238106"/>
                  <a:pt x="438711" y="262703"/>
                  <a:pt x="406637" y="284832"/>
                </a:cubicBezTo>
                <a:cubicBezTo>
                  <a:pt x="396024" y="292318"/>
                  <a:pt x="385243" y="299552"/>
                  <a:pt x="374379" y="306694"/>
                </a:cubicBezTo>
                <a:cubicBezTo>
                  <a:pt x="366484" y="311880"/>
                  <a:pt x="358581" y="316898"/>
                  <a:pt x="350519" y="321824"/>
                </a:cubicBezTo>
                <a:lnTo>
                  <a:pt x="345852" y="324634"/>
                </a:lnTo>
                <a:cubicBezTo>
                  <a:pt x="314154" y="344765"/>
                  <a:pt x="279881" y="360496"/>
                  <a:pt x="243977" y="371410"/>
                </a:cubicBezTo>
                <a:cubicBezTo>
                  <a:pt x="221053" y="377959"/>
                  <a:pt x="196096" y="381530"/>
                  <a:pt x="173599" y="373627"/>
                </a:cubicBezTo>
                <a:cubicBezTo>
                  <a:pt x="135386" y="360270"/>
                  <a:pt x="114160" y="315275"/>
                  <a:pt x="119253" y="274880"/>
                </a:cubicBezTo>
                <a:cubicBezTo>
                  <a:pt x="122080" y="252006"/>
                  <a:pt x="131631" y="230487"/>
                  <a:pt x="146685" y="213057"/>
                </a:cubicBezTo>
                <a:cubicBezTo>
                  <a:pt x="168840" y="187541"/>
                  <a:pt x="200680" y="173248"/>
                  <a:pt x="229968" y="156496"/>
                </a:cubicBezTo>
                <a:cubicBezTo>
                  <a:pt x="264743" y="136817"/>
                  <a:pt x="296792" y="112655"/>
                  <a:pt x="325303" y="84629"/>
                </a:cubicBezTo>
                <a:cubicBezTo>
                  <a:pt x="329468" y="80548"/>
                  <a:pt x="333374" y="76132"/>
                  <a:pt x="337279" y="72218"/>
                </a:cubicBezTo>
                <a:cubicBezTo>
                  <a:pt x="344321" y="65075"/>
                  <a:pt x="350694" y="57757"/>
                  <a:pt x="357226" y="50531"/>
                </a:cubicBezTo>
                <a:cubicBezTo>
                  <a:pt x="363657" y="43347"/>
                  <a:pt x="370490" y="36531"/>
                  <a:pt x="377683" y="30116"/>
                </a:cubicBezTo>
                <a:cubicBezTo>
                  <a:pt x="382534" y="25909"/>
                  <a:pt x="387669" y="22045"/>
                  <a:pt x="393055" y="18550"/>
                </a:cubicBezTo>
                <a:cubicBezTo>
                  <a:pt x="400565" y="13799"/>
                  <a:pt x="408636" y="9994"/>
                  <a:pt x="417083" y="7242"/>
                </a:cubicBezTo>
                <a:cubicBezTo>
                  <a:pt x="438343" y="451"/>
                  <a:pt x="461116" y="0"/>
                  <a:pt x="482619" y="5963"/>
                </a:cubicBezTo>
                <a:cubicBezTo>
                  <a:pt x="486892" y="7167"/>
                  <a:pt x="491082" y="8614"/>
                  <a:pt x="495189" y="10303"/>
                </a:cubicBezTo>
                <a:cubicBezTo>
                  <a:pt x="498944" y="11834"/>
                  <a:pt x="502557" y="13707"/>
                  <a:pt x="505969" y="15915"/>
                </a:cubicBezTo>
                <a:cubicBezTo>
                  <a:pt x="519903" y="24872"/>
                  <a:pt x="531277" y="37300"/>
                  <a:pt x="538996" y="51978"/>
                </a:cubicBezTo>
                <a:cubicBezTo>
                  <a:pt x="541012" y="55616"/>
                  <a:pt x="542819" y="59363"/>
                  <a:pt x="544424" y="63202"/>
                </a:cubicBezTo>
                <a:cubicBezTo>
                  <a:pt x="547594" y="70729"/>
                  <a:pt x="549986" y="78574"/>
                  <a:pt x="551558" y="86594"/>
                </a:cubicBezTo>
                <a:cubicBezTo>
                  <a:pt x="551558" y="86594"/>
                  <a:pt x="551558" y="87355"/>
                  <a:pt x="551558" y="87782"/>
                </a:cubicBezTo>
                <a:cubicBezTo>
                  <a:pt x="553306" y="97224"/>
                  <a:pt x="553816" y="106859"/>
                  <a:pt x="553089" y="116443"/>
                </a:cubicBezTo>
              </a:path>
            </a:pathLst>
          </a:custGeom>
          <a:solidFill>
            <a:srgbClr val="FFE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460965" y="3768015"/>
            <a:ext cx="553821" cy="504523"/>
          </a:xfrm>
          <a:custGeom>
            <a:avLst/>
            <a:gdLst/>
            <a:ahLst/>
            <a:cxnLst/>
            <a:rect l="0" t="0" r="0" b="0"/>
            <a:pathLst>
              <a:path w="553821" h="504523">
                <a:moveTo>
                  <a:pt x="188733" y="63636"/>
                </a:moveTo>
                <a:cubicBezTo>
                  <a:pt x="226067" y="57258"/>
                  <a:pt x="264391" y="60155"/>
                  <a:pt x="300349" y="72073"/>
                </a:cubicBezTo>
                <a:cubicBezTo>
                  <a:pt x="304107" y="73413"/>
                  <a:pt x="307871" y="74837"/>
                  <a:pt x="311547" y="76344"/>
                </a:cubicBezTo>
                <a:cubicBezTo>
                  <a:pt x="316677" y="78417"/>
                  <a:pt x="321803" y="80570"/>
                  <a:pt x="326869" y="83042"/>
                </a:cubicBezTo>
                <a:cubicBezTo>
                  <a:pt x="326347" y="83570"/>
                  <a:pt x="325837" y="84108"/>
                  <a:pt x="325309" y="84626"/>
                </a:cubicBezTo>
                <a:cubicBezTo>
                  <a:pt x="296800" y="112651"/>
                  <a:pt x="264748" y="136812"/>
                  <a:pt x="229970" y="156492"/>
                </a:cubicBezTo>
                <a:cubicBezTo>
                  <a:pt x="200681" y="173245"/>
                  <a:pt x="168846" y="187537"/>
                  <a:pt x="146687" y="213051"/>
                </a:cubicBezTo>
                <a:cubicBezTo>
                  <a:pt x="131635" y="230483"/>
                  <a:pt x="122087" y="252003"/>
                  <a:pt x="119261" y="274877"/>
                </a:cubicBezTo>
                <a:cubicBezTo>
                  <a:pt x="114168" y="315275"/>
                  <a:pt x="135395" y="360269"/>
                  <a:pt x="173599" y="373622"/>
                </a:cubicBezTo>
                <a:cubicBezTo>
                  <a:pt x="196096" y="381530"/>
                  <a:pt x="221055" y="377956"/>
                  <a:pt x="243978" y="371408"/>
                </a:cubicBezTo>
                <a:cubicBezTo>
                  <a:pt x="279887" y="360490"/>
                  <a:pt x="314160" y="344757"/>
                  <a:pt x="345858" y="324633"/>
                </a:cubicBezTo>
                <a:lnTo>
                  <a:pt x="350521" y="321824"/>
                </a:lnTo>
                <a:cubicBezTo>
                  <a:pt x="352132" y="320838"/>
                  <a:pt x="353717" y="319819"/>
                  <a:pt x="355316" y="318826"/>
                </a:cubicBezTo>
                <a:cubicBezTo>
                  <a:pt x="371770" y="330456"/>
                  <a:pt x="388886" y="341116"/>
                  <a:pt x="406590" y="350728"/>
                </a:cubicBezTo>
                <a:cubicBezTo>
                  <a:pt x="416196" y="355501"/>
                  <a:pt x="426133" y="361499"/>
                  <a:pt x="436323" y="365602"/>
                </a:cubicBezTo>
                <a:cubicBezTo>
                  <a:pt x="422922" y="398078"/>
                  <a:pt x="402157" y="425584"/>
                  <a:pt x="375668" y="448606"/>
                </a:cubicBezTo>
                <a:cubicBezTo>
                  <a:pt x="349180" y="471629"/>
                  <a:pt x="317696" y="488140"/>
                  <a:pt x="283728" y="496835"/>
                </a:cubicBezTo>
                <a:cubicBezTo>
                  <a:pt x="268153" y="500814"/>
                  <a:pt x="252187" y="503060"/>
                  <a:pt x="236120" y="503532"/>
                </a:cubicBezTo>
                <a:cubicBezTo>
                  <a:pt x="193291" y="504523"/>
                  <a:pt x="150971" y="494062"/>
                  <a:pt x="113511" y="473222"/>
                </a:cubicBezTo>
                <a:cubicBezTo>
                  <a:pt x="87991" y="459142"/>
                  <a:pt x="65571" y="440031"/>
                  <a:pt x="47609" y="417039"/>
                </a:cubicBezTo>
                <a:cubicBezTo>
                  <a:pt x="43934" y="412267"/>
                  <a:pt x="40429" y="407324"/>
                  <a:pt x="37089" y="402133"/>
                </a:cubicBezTo>
                <a:cubicBezTo>
                  <a:pt x="20594" y="376602"/>
                  <a:pt x="9450" y="347970"/>
                  <a:pt x="4346" y="317985"/>
                </a:cubicBezTo>
                <a:cubicBezTo>
                  <a:pt x="0" y="291462"/>
                  <a:pt x="508" y="264366"/>
                  <a:pt x="5849" y="238026"/>
                </a:cubicBezTo>
                <a:cubicBezTo>
                  <a:pt x="8978" y="222573"/>
                  <a:pt x="13824" y="207518"/>
                  <a:pt x="20297" y="193147"/>
                </a:cubicBezTo>
                <a:cubicBezTo>
                  <a:pt x="34867" y="159902"/>
                  <a:pt x="57529" y="130854"/>
                  <a:pt x="86200" y="108663"/>
                </a:cubicBezTo>
                <a:cubicBezTo>
                  <a:pt x="116190" y="85476"/>
                  <a:pt x="151398" y="70015"/>
                  <a:pt x="188733" y="63636"/>
                </a:cubicBezTo>
                <a:close/>
                <a:moveTo>
                  <a:pt x="553091" y="116437"/>
                </a:moveTo>
                <a:cubicBezTo>
                  <a:pt x="552623" y="121047"/>
                  <a:pt x="551857" y="125620"/>
                  <a:pt x="550798" y="130130"/>
                </a:cubicBezTo>
                <a:cubicBezTo>
                  <a:pt x="550203" y="132767"/>
                  <a:pt x="549610" y="135403"/>
                  <a:pt x="548761" y="137955"/>
                </a:cubicBezTo>
                <a:cubicBezTo>
                  <a:pt x="547911" y="140506"/>
                  <a:pt x="547147" y="142377"/>
                  <a:pt x="546299" y="144588"/>
                </a:cubicBezTo>
                <a:cubicBezTo>
                  <a:pt x="535431" y="169242"/>
                  <a:pt x="519423" y="191281"/>
                  <a:pt x="499350" y="209225"/>
                </a:cubicBezTo>
                <a:lnTo>
                  <a:pt x="497312" y="211266"/>
                </a:lnTo>
                <a:cubicBezTo>
                  <a:pt x="469033" y="238099"/>
                  <a:pt x="438718" y="262695"/>
                  <a:pt x="406641" y="284832"/>
                </a:cubicBezTo>
                <a:cubicBezTo>
                  <a:pt x="396030" y="292316"/>
                  <a:pt x="385248" y="299545"/>
                  <a:pt x="374380" y="306689"/>
                </a:cubicBezTo>
                <a:cubicBezTo>
                  <a:pt x="366485" y="311877"/>
                  <a:pt x="358587" y="316891"/>
                  <a:pt x="350521" y="321824"/>
                </a:cubicBezTo>
                <a:lnTo>
                  <a:pt x="345858" y="324633"/>
                </a:lnTo>
                <a:cubicBezTo>
                  <a:pt x="314160" y="344757"/>
                  <a:pt x="279887" y="360490"/>
                  <a:pt x="243978" y="371408"/>
                </a:cubicBezTo>
                <a:cubicBezTo>
                  <a:pt x="221055" y="377956"/>
                  <a:pt x="196096" y="381530"/>
                  <a:pt x="173599" y="373622"/>
                </a:cubicBezTo>
                <a:cubicBezTo>
                  <a:pt x="135395" y="360269"/>
                  <a:pt x="114168" y="315275"/>
                  <a:pt x="119261" y="274877"/>
                </a:cubicBezTo>
                <a:cubicBezTo>
                  <a:pt x="122087" y="252003"/>
                  <a:pt x="131635" y="230483"/>
                  <a:pt x="146687" y="213051"/>
                </a:cubicBezTo>
                <a:cubicBezTo>
                  <a:pt x="168846" y="187537"/>
                  <a:pt x="200681" y="173245"/>
                  <a:pt x="229970" y="156492"/>
                </a:cubicBezTo>
                <a:cubicBezTo>
                  <a:pt x="264748" y="136812"/>
                  <a:pt x="296800" y="112651"/>
                  <a:pt x="325309" y="84626"/>
                </a:cubicBezTo>
                <a:cubicBezTo>
                  <a:pt x="329469" y="80544"/>
                  <a:pt x="333375" y="76125"/>
                  <a:pt x="337280" y="72213"/>
                </a:cubicBezTo>
                <a:lnTo>
                  <a:pt x="337705" y="72213"/>
                </a:lnTo>
                <a:cubicBezTo>
                  <a:pt x="344327" y="65069"/>
                  <a:pt x="350694" y="57755"/>
                  <a:pt x="357231" y="50525"/>
                </a:cubicBezTo>
                <a:cubicBezTo>
                  <a:pt x="363665" y="43344"/>
                  <a:pt x="370495" y="36529"/>
                  <a:pt x="377691" y="30114"/>
                </a:cubicBezTo>
                <a:cubicBezTo>
                  <a:pt x="382537" y="25903"/>
                  <a:pt x="387672" y="22038"/>
                  <a:pt x="393058" y="18548"/>
                </a:cubicBezTo>
                <a:cubicBezTo>
                  <a:pt x="400567" y="13792"/>
                  <a:pt x="408638" y="9993"/>
                  <a:pt x="417084" y="7236"/>
                </a:cubicBezTo>
                <a:cubicBezTo>
                  <a:pt x="438344" y="443"/>
                  <a:pt x="461118" y="0"/>
                  <a:pt x="482625" y="5960"/>
                </a:cubicBezTo>
                <a:cubicBezTo>
                  <a:pt x="486892" y="7164"/>
                  <a:pt x="491088" y="8612"/>
                  <a:pt x="495190" y="10298"/>
                </a:cubicBezTo>
                <a:cubicBezTo>
                  <a:pt x="498951" y="11827"/>
                  <a:pt x="502561" y="13706"/>
                  <a:pt x="505972" y="15911"/>
                </a:cubicBezTo>
                <a:cubicBezTo>
                  <a:pt x="519907" y="24869"/>
                  <a:pt x="531285" y="37294"/>
                  <a:pt x="538997" y="51971"/>
                </a:cubicBezTo>
                <a:cubicBezTo>
                  <a:pt x="541012" y="55611"/>
                  <a:pt x="542826" y="59359"/>
                  <a:pt x="544431" y="63198"/>
                </a:cubicBezTo>
                <a:cubicBezTo>
                  <a:pt x="547602" y="70728"/>
                  <a:pt x="549993" y="78565"/>
                  <a:pt x="551562" y="86586"/>
                </a:cubicBezTo>
                <a:cubicBezTo>
                  <a:pt x="551562" y="86586"/>
                  <a:pt x="551562" y="87351"/>
                  <a:pt x="551562" y="87776"/>
                </a:cubicBezTo>
                <a:cubicBezTo>
                  <a:pt x="553308" y="97223"/>
                  <a:pt x="553821" y="106858"/>
                  <a:pt x="553091" y="116437"/>
                </a:cubicBezTo>
                <a:close/>
              </a:path>
            </a:pathLst>
          </a:custGeom>
          <a:noFill/>
          <a:ln w="12544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715482" y="2865632"/>
            <a:ext cx="553816" cy="504522"/>
          </a:xfrm>
          <a:custGeom>
            <a:avLst/>
            <a:gdLst/>
            <a:ahLst/>
            <a:cxnLst/>
            <a:rect l="0" t="0" r="0" b="0"/>
            <a:pathLst>
              <a:path w="553816" h="504522">
                <a:moveTo>
                  <a:pt x="188728" y="440885"/>
                </a:moveTo>
                <a:cubicBezTo>
                  <a:pt x="226063" y="447267"/>
                  <a:pt x="264384" y="444373"/>
                  <a:pt x="300346" y="432455"/>
                </a:cubicBezTo>
                <a:cubicBezTo>
                  <a:pt x="304102" y="431108"/>
                  <a:pt x="307865" y="429687"/>
                  <a:pt x="311545" y="428181"/>
                </a:cubicBezTo>
                <a:cubicBezTo>
                  <a:pt x="316672" y="426107"/>
                  <a:pt x="321799" y="423958"/>
                  <a:pt x="326867" y="421482"/>
                </a:cubicBezTo>
                <a:cubicBezTo>
                  <a:pt x="326340" y="420955"/>
                  <a:pt x="325830" y="420420"/>
                  <a:pt x="325303" y="419901"/>
                </a:cubicBezTo>
                <a:cubicBezTo>
                  <a:pt x="296792" y="391876"/>
                  <a:pt x="264743" y="367714"/>
                  <a:pt x="229968" y="348035"/>
                </a:cubicBezTo>
                <a:cubicBezTo>
                  <a:pt x="200680" y="331283"/>
                  <a:pt x="168840" y="316990"/>
                  <a:pt x="146685" y="291473"/>
                </a:cubicBezTo>
                <a:cubicBezTo>
                  <a:pt x="131631" y="274044"/>
                  <a:pt x="122080" y="252524"/>
                  <a:pt x="119253" y="229642"/>
                </a:cubicBezTo>
                <a:cubicBezTo>
                  <a:pt x="114160" y="189247"/>
                  <a:pt x="135386" y="144252"/>
                  <a:pt x="173599" y="130904"/>
                </a:cubicBezTo>
                <a:cubicBezTo>
                  <a:pt x="196096" y="122992"/>
                  <a:pt x="221053" y="126571"/>
                  <a:pt x="243977" y="133120"/>
                </a:cubicBezTo>
                <a:cubicBezTo>
                  <a:pt x="279881" y="144034"/>
                  <a:pt x="314154" y="159766"/>
                  <a:pt x="345852" y="179888"/>
                </a:cubicBezTo>
                <a:lnTo>
                  <a:pt x="350519" y="182698"/>
                </a:lnTo>
                <a:cubicBezTo>
                  <a:pt x="352124" y="183685"/>
                  <a:pt x="353713" y="184706"/>
                  <a:pt x="355311" y="185701"/>
                </a:cubicBezTo>
                <a:cubicBezTo>
                  <a:pt x="371770" y="174067"/>
                  <a:pt x="388882" y="163404"/>
                  <a:pt x="406587" y="153794"/>
                </a:cubicBezTo>
                <a:cubicBezTo>
                  <a:pt x="416188" y="149027"/>
                  <a:pt x="426132" y="144419"/>
                  <a:pt x="436327" y="140321"/>
                </a:cubicBezTo>
                <a:cubicBezTo>
                  <a:pt x="422921" y="107846"/>
                  <a:pt x="402154" y="78942"/>
                  <a:pt x="375667" y="55917"/>
                </a:cubicBezTo>
                <a:cubicBezTo>
                  <a:pt x="349172" y="32893"/>
                  <a:pt x="317692" y="16383"/>
                  <a:pt x="283728" y="7694"/>
                </a:cubicBezTo>
                <a:cubicBezTo>
                  <a:pt x="268147" y="3713"/>
                  <a:pt x="252182" y="1463"/>
                  <a:pt x="236115" y="995"/>
                </a:cubicBezTo>
                <a:cubicBezTo>
                  <a:pt x="193286" y="0"/>
                  <a:pt x="150967" y="10462"/>
                  <a:pt x="113508" y="31304"/>
                </a:cubicBezTo>
                <a:cubicBezTo>
                  <a:pt x="87991" y="45379"/>
                  <a:pt x="65569" y="64498"/>
                  <a:pt x="47604" y="87489"/>
                </a:cubicBezTo>
                <a:cubicBezTo>
                  <a:pt x="43933" y="92256"/>
                  <a:pt x="40428" y="97199"/>
                  <a:pt x="37083" y="102393"/>
                </a:cubicBezTo>
                <a:cubicBezTo>
                  <a:pt x="20590" y="127918"/>
                  <a:pt x="9450" y="156554"/>
                  <a:pt x="4340" y="186537"/>
                </a:cubicBezTo>
                <a:cubicBezTo>
                  <a:pt x="0" y="213066"/>
                  <a:pt x="501" y="240155"/>
                  <a:pt x="5846" y="266500"/>
                </a:cubicBezTo>
                <a:cubicBezTo>
                  <a:pt x="8973" y="281955"/>
                  <a:pt x="13824" y="297009"/>
                  <a:pt x="20289" y="311378"/>
                </a:cubicBezTo>
                <a:cubicBezTo>
                  <a:pt x="34867" y="344622"/>
                  <a:pt x="57523" y="373669"/>
                  <a:pt x="86193" y="395865"/>
                </a:cubicBezTo>
                <a:cubicBezTo>
                  <a:pt x="116184" y="419048"/>
                  <a:pt x="151394" y="434512"/>
                  <a:pt x="188728" y="440885"/>
                </a:cubicBezTo>
                <a:moveTo>
                  <a:pt x="553089" y="388087"/>
                </a:moveTo>
                <a:cubicBezTo>
                  <a:pt x="552620" y="383479"/>
                  <a:pt x="551851" y="378904"/>
                  <a:pt x="550797" y="374396"/>
                </a:cubicBezTo>
                <a:cubicBezTo>
                  <a:pt x="550203" y="371762"/>
                  <a:pt x="549610" y="369119"/>
                  <a:pt x="548757" y="366568"/>
                </a:cubicBezTo>
                <a:cubicBezTo>
                  <a:pt x="547904" y="364017"/>
                  <a:pt x="547142" y="362144"/>
                  <a:pt x="546298" y="359936"/>
                </a:cubicBezTo>
                <a:cubicBezTo>
                  <a:pt x="535425" y="335280"/>
                  <a:pt x="519418" y="313243"/>
                  <a:pt x="499346" y="295303"/>
                </a:cubicBezTo>
                <a:lnTo>
                  <a:pt x="497305" y="293254"/>
                </a:lnTo>
                <a:cubicBezTo>
                  <a:pt x="469028" y="266424"/>
                  <a:pt x="438711" y="241828"/>
                  <a:pt x="406637" y="219690"/>
                </a:cubicBezTo>
                <a:cubicBezTo>
                  <a:pt x="396024" y="212204"/>
                  <a:pt x="385243" y="204978"/>
                  <a:pt x="374379" y="197836"/>
                </a:cubicBezTo>
                <a:cubicBezTo>
                  <a:pt x="366484" y="192651"/>
                  <a:pt x="358581" y="187633"/>
                  <a:pt x="350519" y="182698"/>
                </a:cubicBezTo>
                <a:lnTo>
                  <a:pt x="345852" y="179888"/>
                </a:lnTo>
                <a:cubicBezTo>
                  <a:pt x="314154" y="159766"/>
                  <a:pt x="279881" y="144034"/>
                  <a:pt x="243977" y="133120"/>
                </a:cubicBezTo>
                <a:cubicBezTo>
                  <a:pt x="221053" y="126571"/>
                  <a:pt x="196096" y="122992"/>
                  <a:pt x="173599" y="130904"/>
                </a:cubicBezTo>
                <a:cubicBezTo>
                  <a:pt x="135386" y="144252"/>
                  <a:pt x="114160" y="189247"/>
                  <a:pt x="119253" y="229642"/>
                </a:cubicBezTo>
                <a:cubicBezTo>
                  <a:pt x="122080" y="252524"/>
                  <a:pt x="131631" y="274044"/>
                  <a:pt x="146685" y="291473"/>
                </a:cubicBezTo>
                <a:cubicBezTo>
                  <a:pt x="168840" y="316990"/>
                  <a:pt x="200680" y="331283"/>
                  <a:pt x="229968" y="348035"/>
                </a:cubicBezTo>
                <a:cubicBezTo>
                  <a:pt x="264743" y="367714"/>
                  <a:pt x="296792" y="391876"/>
                  <a:pt x="325303" y="419901"/>
                </a:cubicBezTo>
                <a:cubicBezTo>
                  <a:pt x="329468" y="423983"/>
                  <a:pt x="333374" y="428399"/>
                  <a:pt x="337279" y="432313"/>
                </a:cubicBezTo>
                <a:cubicBezTo>
                  <a:pt x="344321" y="439455"/>
                  <a:pt x="350694" y="446773"/>
                  <a:pt x="357226" y="453999"/>
                </a:cubicBezTo>
                <a:cubicBezTo>
                  <a:pt x="363657" y="461183"/>
                  <a:pt x="370490" y="467991"/>
                  <a:pt x="377683" y="474414"/>
                </a:cubicBezTo>
                <a:cubicBezTo>
                  <a:pt x="382534" y="478621"/>
                  <a:pt x="387669" y="482485"/>
                  <a:pt x="393055" y="485972"/>
                </a:cubicBezTo>
                <a:cubicBezTo>
                  <a:pt x="400565" y="490731"/>
                  <a:pt x="408636" y="494528"/>
                  <a:pt x="417083" y="497288"/>
                </a:cubicBezTo>
                <a:cubicBezTo>
                  <a:pt x="438343" y="504079"/>
                  <a:pt x="461116" y="504522"/>
                  <a:pt x="482619" y="498568"/>
                </a:cubicBezTo>
                <a:cubicBezTo>
                  <a:pt x="486892" y="497363"/>
                  <a:pt x="491082" y="495917"/>
                  <a:pt x="495189" y="494227"/>
                </a:cubicBezTo>
                <a:cubicBezTo>
                  <a:pt x="498944" y="492697"/>
                  <a:pt x="502557" y="490815"/>
                  <a:pt x="505969" y="488615"/>
                </a:cubicBezTo>
                <a:cubicBezTo>
                  <a:pt x="519903" y="479658"/>
                  <a:pt x="531277" y="467230"/>
                  <a:pt x="538996" y="452552"/>
                </a:cubicBezTo>
                <a:cubicBezTo>
                  <a:pt x="541012" y="448914"/>
                  <a:pt x="542819" y="445167"/>
                  <a:pt x="544424" y="441329"/>
                </a:cubicBezTo>
                <a:cubicBezTo>
                  <a:pt x="547594" y="433793"/>
                  <a:pt x="549986" y="425957"/>
                  <a:pt x="551558" y="417936"/>
                </a:cubicBezTo>
                <a:cubicBezTo>
                  <a:pt x="551558" y="417936"/>
                  <a:pt x="551558" y="417175"/>
                  <a:pt x="551558" y="416748"/>
                </a:cubicBezTo>
                <a:cubicBezTo>
                  <a:pt x="553306" y="407298"/>
                  <a:pt x="553816" y="397663"/>
                  <a:pt x="553089" y="388087"/>
                </a:cubicBezTo>
              </a:path>
            </a:pathLst>
          </a:custGeom>
          <a:solidFill>
            <a:srgbClr val="FFF8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715478" y="2865633"/>
            <a:ext cx="553821" cy="504523"/>
          </a:xfrm>
          <a:custGeom>
            <a:avLst/>
            <a:gdLst/>
            <a:ahLst/>
            <a:cxnLst/>
            <a:rect l="0" t="0" r="0" b="0"/>
            <a:pathLst>
              <a:path w="553821" h="504523">
                <a:moveTo>
                  <a:pt x="188733" y="440887"/>
                </a:moveTo>
                <a:cubicBezTo>
                  <a:pt x="226067" y="447265"/>
                  <a:pt x="264391" y="444368"/>
                  <a:pt x="300349" y="432450"/>
                </a:cubicBezTo>
                <a:cubicBezTo>
                  <a:pt x="304107" y="431110"/>
                  <a:pt x="307871" y="429685"/>
                  <a:pt x="311547" y="428178"/>
                </a:cubicBezTo>
                <a:cubicBezTo>
                  <a:pt x="316677" y="426105"/>
                  <a:pt x="321803" y="423953"/>
                  <a:pt x="326869" y="421480"/>
                </a:cubicBezTo>
                <a:cubicBezTo>
                  <a:pt x="326347" y="420953"/>
                  <a:pt x="325837" y="420415"/>
                  <a:pt x="325309" y="419896"/>
                </a:cubicBezTo>
                <a:cubicBezTo>
                  <a:pt x="296800" y="391871"/>
                  <a:pt x="264748" y="367710"/>
                  <a:pt x="229970" y="348031"/>
                </a:cubicBezTo>
                <a:cubicBezTo>
                  <a:pt x="200681" y="331278"/>
                  <a:pt x="168846" y="316985"/>
                  <a:pt x="146687" y="291472"/>
                </a:cubicBezTo>
                <a:cubicBezTo>
                  <a:pt x="131635" y="274039"/>
                  <a:pt x="122087" y="252519"/>
                  <a:pt x="119261" y="229645"/>
                </a:cubicBezTo>
                <a:cubicBezTo>
                  <a:pt x="114168" y="189248"/>
                  <a:pt x="135395" y="144253"/>
                  <a:pt x="173599" y="130901"/>
                </a:cubicBezTo>
                <a:cubicBezTo>
                  <a:pt x="196096" y="122992"/>
                  <a:pt x="221055" y="126566"/>
                  <a:pt x="243978" y="133115"/>
                </a:cubicBezTo>
                <a:cubicBezTo>
                  <a:pt x="279887" y="144032"/>
                  <a:pt x="314160" y="159765"/>
                  <a:pt x="345858" y="179889"/>
                </a:cubicBezTo>
                <a:lnTo>
                  <a:pt x="350521" y="182699"/>
                </a:lnTo>
                <a:cubicBezTo>
                  <a:pt x="352132" y="183684"/>
                  <a:pt x="353717" y="184704"/>
                  <a:pt x="355316" y="185697"/>
                </a:cubicBezTo>
                <a:cubicBezTo>
                  <a:pt x="371770" y="174067"/>
                  <a:pt x="388886" y="163406"/>
                  <a:pt x="406590" y="153794"/>
                </a:cubicBezTo>
                <a:cubicBezTo>
                  <a:pt x="416196" y="149022"/>
                  <a:pt x="426138" y="144421"/>
                  <a:pt x="436328" y="140318"/>
                </a:cubicBezTo>
                <a:cubicBezTo>
                  <a:pt x="422927" y="107842"/>
                  <a:pt x="402157" y="78939"/>
                  <a:pt x="375668" y="55916"/>
                </a:cubicBezTo>
                <a:cubicBezTo>
                  <a:pt x="349180" y="32894"/>
                  <a:pt x="317696" y="16383"/>
                  <a:pt x="283728" y="7688"/>
                </a:cubicBezTo>
                <a:cubicBezTo>
                  <a:pt x="268153" y="3709"/>
                  <a:pt x="252187" y="1463"/>
                  <a:pt x="236120" y="991"/>
                </a:cubicBezTo>
                <a:cubicBezTo>
                  <a:pt x="193291" y="0"/>
                  <a:pt x="150971" y="10460"/>
                  <a:pt x="113511" y="31300"/>
                </a:cubicBezTo>
                <a:cubicBezTo>
                  <a:pt x="87991" y="45381"/>
                  <a:pt x="65571" y="64492"/>
                  <a:pt x="47609" y="87483"/>
                </a:cubicBezTo>
                <a:cubicBezTo>
                  <a:pt x="43934" y="92255"/>
                  <a:pt x="40429" y="97198"/>
                  <a:pt x="37089" y="102389"/>
                </a:cubicBezTo>
                <a:cubicBezTo>
                  <a:pt x="20594" y="127920"/>
                  <a:pt x="9450" y="156553"/>
                  <a:pt x="4346" y="186537"/>
                </a:cubicBezTo>
                <a:cubicBezTo>
                  <a:pt x="0" y="213061"/>
                  <a:pt x="508" y="240157"/>
                  <a:pt x="5849" y="266496"/>
                </a:cubicBezTo>
                <a:cubicBezTo>
                  <a:pt x="8978" y="281949"/>
                  <a:pt x="13824" y="297004"/>
                  <a:pt x="20297" y="311376"/>
                </a:cubicBezTo>
                <a:cubicBezTo>
                  <a:pt x="34867" y="344621"/>
                  <a:pt x="57529" y="373669"/>
                  <a:pt x="86200" y="395860"/>
                </a:cubicBezTo>
                <a:cubicBezTo>
                  <a:pt x="116190" y="419047"/>
                  <a:pt x="151398" y="434507"/>
                  <a:pt x="188733" y="440887"/>
                </a:cubicBezTo>
                <a:close/>
                <a:moveTo>
                  <a:pt x="553091" y="388085"/>
                </a:moveTo>
                <a:cubicBezTo>
                  <a:pt x="552623" y="383476"/>
                  <a:pt x="551857" y="378902"/>
                  <a:pt x="550798" y="374393"/>
                </a:cubicBezTo>
                <a:cubicBezTo>
                  <a:pt x="550203" y="371756"/>
                  <a:pt x="549610" y="369120"/>
                  <a:pt x="548761" y="366568"/>
                </a:cubicBezTo>
                <a:cubicBezTo>
                  <a:pt x="547911" y="364016"/>
                  <a:pt x="547147" y="362145"/>
                  <a:pt x="546299" y="359934"/>
                </a:cubicBezTo>
                <a:cubicBezTo>
                  <a:pt x="535431" y="335280"/>
                  <a:pt x="519423" y="313241"/>
                  <a:pt x="499350" y="295298"/>
                </a:cubicBezTo>
                <a:lnTo>
                  <a:pt x="497312" y="293257"/>
                </a:lnTo>
                <a:cubicBezTo>
                  <a:pt x="469033" y="266424"/>
                  <a:pt x="438718" y="241828"/>
                  <a:pt x="406641" y="219691"/>
                </a:cubicBezTo>
                <a:cubicBezTo>
                  <a:pt x="396030" y="212206"/>
                  <a:pt x="385248" y="204978"/>
                  <a:pt x="374380" y="197834"/>
                </a:cubicBezTo>
                <a:cubicBezTo>
                  <a:pt x="366485" y="192646"/>
                  <a:pt x="358587" y="187632"/>
                  <a:pt x="350521" y="182699"/>
                </a:cubicBezTo>
                <a:lnTo>
                  <a:pt x="345858" y="179889"/>
                </a:lnTo>
                <a:cubicBezTo>
                  <a:pt x="314160" y="159765"/>
                  <a:pt x="279887" y="144032"/>
                  <a:pt x="243978" y="133115"/>
                </a:cubicBezTo>
                <a:cubicBezTo>
                  <a:pt x="221055" y="126566"/>
                  <a:pt x="196096" y="122992"/>
                  <a:pt x="173599" y="130901"/>
                </a:cubicBezTo>
                <a:cubicBezTo>
                  <a:pt x="135395" y="144253"/>
                  <a:pt x="114168" y="189248"/>
                  <a:pt x="119261" y="229645"/>
                </a:cubicBezTo>
                <a:cubicBezTo>
                  <a:pt x="122087" y="252519"/>
                  <a:pt x="131635" y="274039"/>
                  <a:pt x="146687" y="291472"/>
                </a:cubicBezTo>
                <a:cubicBezTo>
                  <a:pt x="168846" y="316985"/>
                  <a:pt x="200681" y="331278"/>
                  <a:pt x="229970" y="348031"/>
                </a:cubicBezTo>
                <a:cubicBezTo>
                  <a:pt x="264748" y="367710"/>
                  <a:pt x="296800" y="391871"/>
                  <a:pt x="325309" y="419896"/>
                </a:cubicBezTo>
                <a:cubicBezTo>
                  <a:pt x="329469" y="423979"/>
                  <a:pt x="333375" y="428398"/>
                  <a:pt x="337280" y="432310"/>
                </a:cubicBezTo>
                <a:lnTo>
                  <a:pt x="337705" y="432310"/>
                </a:lnTo>
                <a:cubicBezTo>
                  <a:pt x="344327" y="439454"/>
                  <a:pt x="350694" y="446768"/>
                  <a:pt x="357231" y="453997"/>
                </a:cubicBezTo>
                <a:cubicBezTo>
                  <a:pt x="363665" y="461179"/>
                  <a:pt x="370495" y="467994"/>
                  <a:pt x="377691" y="474408"/>
                </a:cubicBezTo>
                <a:cubicBezTo>
                  <a:pt x="382537" y="478619"/>
                  <a:pt x="387672" y="482485"/>
                  <a:pt x="393058" y="485975"/>
                </a:cubicBezTo>
                <a:cubicBezTo>
                  <a:pt x="400567" y="490730"/>
                  <a:pt x="408638" y="494530"/>
                  <a:pt x="417084" y="497286"/>
                </a:cubicBezTo>
                <a:cubicBezTo>
                  <a:pt x="438344" y="504080"/>
                  <a:pt x="461118" y="504523"/>
                  <a:pt x="482625" y="498562"/>
                </a:cubicBezTo>
                <a:cubicBezTo>
                  <a:pt x="486892" y="497358"/>
                  <a:pt x="491088" y="495911"/>
                  <a:pt x="495190" y="494225"/>
                </a:cubicBezTo>
                <a:cubicBezTo>
                  <a:pt x="498951" y="492695"/>
                  <a:pt x="502561" y="490816"/>
                  <a:pt x="505972" y="488612"/>
                </a:cubicBezTo>
                <a:cubicBezTo>
                  <a:pt x="519907" y="479654"/>
                  <a:pt x="531285" y="467229"/>
                  <a:pt x="538997" y="452551"/>
                </a:cubicBezTo>
                <a:cubicBezTo>
                  <a:pt x="541012" y="448912"/>
                  <a:pt x="542826" y="445164"/>
                  <a:pt x="544431" y="441325"/>
                </a:cubicBezTo>
                <a:cubicBezTo>
                  <a:pt x="547602" y="433795"/>
                  <a:pt x="549993" y="425957"/>
                  <a:pt x="551562" y="417937"/>
                </a:cubicBezTo>
                <a:cubicBezTo>
                  <a:pt x="551562" y="417937"/>
                  <a:pt x="551562" y="417172"/>
                  <a:pt x="551562" y="416746"/>
                </a:cubicBezTo>
                <a:cubicBezTo>
                  <a:pt x="553308" y="407299"/>
                  <a:pt x="553821" y="397665"/>
                  <a:pt x="553091" y="388085"/>
                </a:cubicBezTo>
                <a:close/>
              </a:path>
            </a:pathLst>
          </a:custGeom>
          <a:noFill/>
          <a:ln w="12544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969994" y="3768011"/>
            <a:ext cx="553816" cy="504531"/>
          </a:xfrm>
          <a:custGeom>
            <a:avLst/>
            <a:gdLst/>
            <a:ahLst/>
            <a:cxnLst/>
            <a:rect l="0" t="0" r="0" b="0"/>
            <a:pathLst>
              <a:path w="553816" h="504531">
                <a:moveTo>
                  <a:pt x="188728" y="63637"/>
                </a:moveTo>
                <a:cubicBezTo>
                  <a:pt x="226063" y="57264"/>
                  <a:pt x="264384" y="60158"/>
                  <a:pt x="300346" y="72075"/>
                </a:cubicBezTo>
                <a:cubicBezTo>
                  <a:pt x="304102" y="73414"/>
                  <a:pt x="307865" y="74844"/>
                  <a:pt x="311545" y="76349"/>
                </a:cubicBezTo>
                <a:cubicBezTo>
                  <a:pt x="316672" y="78423"/>
                  <a:pt x="321799" y="80573"/>
                  <a:pt x="326867" y="83048"/>
                </a:cubicBezTo>
                <a:cubicBezTo>
                  <a:pt x="326340" y="83575"/>
                  <a:pt x="325830" y="84110"/>
                  <a:pt x="325303" y="84629"/>
                </a:cubicBezTo>
                <a:cubicBezTo>
                  <a:pt x="296792" y="112655"/>
                  <a:pt x="264743" y="136817"/>
                  <a:pt x="229968" y="156496"/>
                </a:cubicBezTo>
                <a:cubicBezTo>
                  <a:pt x="200680" y="173248"/>
                  <a:pt x="168840" y="187541"/>
                  <a:pt x="146685" y="213057"/>
                </a:cubicBezTo>
                <a:cubicBezTo>
                  <a:pt x="131631" y="230487"/>
                  <a:pt x="122080" y="252006"/>
                  <a:pt x="119253" y="274880"/>
                </a:cubicBezTo>
                <a:cubicBezTo>
                  <a:pt x="114160" y="315275"/>
                  <a:pt x="135386" y="360270"/>
                  <a:pt x="173599" y="373627"/>
                </a:cubicBezTo>
                <a:cubicBezTo>
                  <a:pt x="196096" y="381530"/>
                  <a:pt x="221053" y="377959"/>
                  <a:pt x="243977" y="371410"/>
                </a:cubicBezTo>
                <a:cubicBezTo>
                  <a:pt x="279881" y="360496"/>
                  <a:pt x="314154" y="344765"/>
                  <a:pt x="345852" y="324634"/>
                </a:cubicBezTo>
                <a:lnTo>
                  <a:pt x="350519" y="321824"/>
                </a:lnTo>
                <a:cubicBezTo>
                  <a:pt x="352124" y="320845"/>
                  <a:pt x="353713" y="319825"/>
                  <a:pt x="355311" y="318830"/>
                </a:cubicBezTo>
                <a:cubicBezTo>
                  <a:pt x="371770" y="330463"/>
                  <a:pt x="388882" y="341118"/>
                  <a:pt x="406587" y="350736"/>
                </a:cubicBezTo>
                <a:cubicBezTo>
                  <a:pt x="416188" y="355503"/>
                  <a:pt x="426132" y="361500"/>
                  <a:pt x="436319" y="365606"/>
                </a:cubicBezTo>
                <a:cubicBezTo>
                  <a:pt x="422921" y="398081"/>
                  <a:pt x="402154" y="425589"/>
                  <a:pt x="375667" y="448613"/>
                </a:cubicBezTo>
                <a:cubicBezTo>
                  <a:pt x="349172" y="471629"/>
                  <a:pt x="317692" y="488147"/>
                  <a:pt x="283728" y="496837"/>
                </a:cubicBezTo>
                <a:cubicBezTo>
                  <a:pt x="268147" y="500817"/>
                  <a:pt x="252182" y="503067"/>
                  <a:pt x="236115" y="503536"/>
                </a:cubicBezTo>
                <a:cubicBezTo>
                  <a:pt x="193286" y="504531"/>
                  <a:pt x="150967" y="494068"/>
                  <a:pt x="113508" y="473227"/>
                </a:cubicBezTo>
                <a:cubicBezTo>
                  <a:pt x="87991" y="459143"/>
                  <a:pt x="65569" y="440032"/>
                  <a:pt x="47604" y="417041"/>
                </a:cubicBezTo>
                <a:cubicBezTo>
                  <a:pt x="43933" y="412274"/>
                  <a:pt x="40428" y="407331"/>
                  <a:pt x="37083" y="402138"/>
                </a:cubicBezTo>
                <a:cubicBezTo>
                  <a:pt x="20590" y="376604"/>
                  <a:pt x="9450" y="347976"/>
                  <a:pt x="4340" y="317985"/>
                </a:cubicBezTo>
                <a:cubicBezTo>
                  <a:pt x="0" y="291464"/>
                  <a:pt x="501" y="264367"/>
                  <a:pt x="5846" y="238031"/>
                </a:cubicBezTo>
                <a:cubicBezTo>
                  <a:pt x="8973" y="222575"/>
                  <a:pt x="13824" y="207521"/>
                  <a:pt x="20289" y="193153"/>
                </a:cubicBezTo>
                <a:cubicBezTo>
                  <a:pt x="34867" y="159908"/>
                  <a:pt x="57523" y="130862"/>
                  <a:pt x="86193" y="108665"/>
                </a:cubicBezTo>
                <a:cubicBezTo>
                  <a:pt x="116184" y="85482"/>
                  <a:pt x="151394" y="70018"/>
                  <a:pt x="188728" y="63637"/>
                </a:cubicBezTo>
                <a:moveTo>
                  <a:pt x="553089" y="116443"/>
                </a:moveTo>
                <a:cubicBezTo>
                  <a:pt x="552620" y="121052"/>
                  <a:pt x="551851" y="125626"/>
                  <a:pt x="550797" y="130134"/>
                </a:cubicBezTo>
                <a:cubicBezTo>
                  <a:pt x="550203" y="132769"/>
                  <a:pt x="549610" y="135412"/>
                  <a:pt x="548757" y="137962"/>
                </a:cubicBezTo>
                <a:cubicBezTo>
                  <a:pt x="547904" y="140513"/>
                  <a:pt x="547142" y="142378"/>
                  <a:pt x="546298" y="144595"/>
                </a:cubicBezTo>
                <a:cubicBezTo>
                  <a:pt x="535425" y="169250"/>
                  <a:pt x="519418" y="191288"/>
                  <a:pt x="499346" y="209227"/>
                </a:cubicBezTo>
                <a:lnTo>
                  <a:pt x="497305" y="211268"/>
                </a:lnTo>
                <a:cubicBezTo>
                  <a:pt x="469028" y="238106"/>
                  <a:pt x="438711" y="262703"/>
                  <a:pt x="406637" y="284832"/>
                </a:cubicBezTo>
                <a:cubicBezTo>
                  <a:pt x="396024" y="292318"/>
                  <a:pt x="385243" y="299552"/>
                  <a:pt x="374379" y="306694"/>
                </a:cubicBezTo>
                <a:cubicBezTo>
                  <a:pt x="366484" y="311880"/>
                  <a:pt x="358581" y="316898"/>
                  <a:pt x="350519" y="321824"/>
                </a:cubicBezTo>
                <a:lnTo>
                  <a:pt x="345852" y="324634"/>
                </a:lnTo>
                <a:cubicBezTo>
                  <a:pt x="314154" y="344765"/>
                  <a:pt x="279881" y="360496"/>
                  <a:pt x="243977" y="371410"/>
                </a:cubicBezTo>
                <a:cubicBezTo>
                  <a:pt x="221053" y="377959"/>
                  <a:pt x="196096" y="381530"/>
                  <a:pt x="173599" y="373627"/>
                </a:cubicBezTo>
                <a:cubicBezTo>
                  <a:pt x="135386" y="360270"/>
                  <a:pt x="114160" y="315275"/>
                  <a:pt x="119253" y="274880"/>
                </a:cubicBezTo>
                <a:cubicBezTo>
                  <a:pt x="122080" y="252006"/>
                  <a:pt x="131631" y="230487"/>
                  <a:pt x="146685" y="213057"/>
                </a:cubicBezTo>
                <a:cubicBezTo>
                  <a:pt x="168840" y="187541"/>
                  <a:pt x="200680" y="173248"/>
                  <a:pt x="229968" y="156496"/>
                </a:cubicBezTo>
                <a:cubicBezTo>
                  <a:pt x="264743" y="136817"/>
                  <a:pt x="296792" y="112655"/>
                  <a:pt x="325303" y="84629"/>
                </a:cubicBezTo>
                <a:cubicBezTo>
                  <a:pt x="329468" y="80548"/>
                  <a:pt x="333374" y="76132"/>
                  <a:pt x="337279" y="72218"/>
                </a:cubicBezTo>
                <a:cubicBezTo>
                  <a:pt x="344321" y="65075"/>
                  <a:pt x="350694" y="57757"/>
                  <a:pt x="357226" y="50531"/>
                </a:cubicBezTo>
                <a:cubicBezTo>
                  <a:pt x="363657" y="43347"/>
                  <a:pt x="370490" y="36531"/>
                  <a:pt x="377683" y="30116"/>
                </a:cubicBezTo>
                <a:cubicBezTo>
                  <a:pt x="382534" y="25909"/>
                  <a:pt x="387669" y="22045"/>
                  <a:pt x="393055" y="18550"/>
                </a:cubicBezTo>
                <a:cubicBezTo>
                  <a:pt x="400565" y="13799"/>
                  <a:pt x="408636" y="9994"/>
                  <a:pt x="417083" y="7242"/>
                </a:cubicBezTo>
                <a:cubicBezTo>
                  <a:pt x="438343" y="451"/>
                  <a:pt x="461116" y="0"/>
                  <a:pt x="482619" y="5963"/>
                </a:cubicBezTo>
                <a:cubicBezTo>
                  <a:pt x="486892" y="7167"/>
                  <a:pt x="491082" y="8614"/>
                  <a:pt x="495189" y="10303"/>
                </a:cubicBezTo>
                <a:cubicBezTo>
                  <a:pt x="498944" y="11834"/>
                  <a:pt x="502557" y="13707"/>
                  <a:pt x="505969" y="15915"/>
                </a:cubicBezTo>
                <a:cubicBezTo>
                  <a:pt x="519903" y="24872"/>
                  <a:pt x="531277" y="37300"/>
                  <a:pt x="538996" y="51978"/>
                </a:cubicBezTo>
                <a:cubicBezTo>
                  <a:pt x="541012" y="55616"/>
                  <a:pt x="542819" y="59363"/>
                  <a:pt x="544424" y="63202"/>
                </a:cubicBezTo>
                <a:cubicBezTo>
                  <a:pt x="547594" y="70729"/>
                  <a:pt x="549986" y="78574"/>
                  <a:pt x="551558" y="86594"/>
                </a:cubicBezTo>
                <a:cubicBezTo>
                  <a:pt x="551558" y="86594"/>
                  <a:pt x="551558" y="87355"/>
                  <a:pt x="551558" y="87782"/>
                </a:cubicBezTo>
                <a:cubicBezTo>
                  <a:pt x="553306" y="97224"/>
                  <a:pt x="553816" y="106859"/>
                  <a:pt x="553089" y="116443"/>
                </a:cubicBezTo>
              </a:path>
            </a:pathLst>
          </a:custGeom>
          <a:solidFill>
            <a:srgbClr val="C8FF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969990" y="3768015"/>
            <a:ext cx="553821" cy="504523"/>
          </a:xfrm>
          <a:custGeom>
            <a:avLst/>
            <a:gdLst/>
            <a:ahLst/>
            <a:cxnLst/>
            <a:rect l="0" t="0" r="0" b="0"/>
            <a:pathLst>
              <a:path w="553821" h="504523">
                <a:moveTo>
                  <a:pt x="188733" y="63636"/>
                </a:moveTo>
                <a:cubicBezTo>
                  <a:pt x="226067" y="57258"/>
                  <a:pt x="264391" y="60155"/>
                  <a:pt x="300349" y="72073"/>
                </a:cubicBezTo>
                <a:cubicBezTo>
                  <a:pt x="304107" y="73413"/>
                  <a:pt x="307871" y="74837"/>
                  <a:pt x="311547" y="76344"/>
                </a:cubicBezTo>
                <a:cubicBezTo>
                  <a:pt x="316677" y="78417"/>
                  <a:pt x="321803" y="80570"/>
                  <a:pt x="326869" y="83042"/>
                </a:cubicBezTo>
                <a:cubicBezTo>
                  <a:pt x="326347" y="83570"/>
                  <a:pt x="325837" y="84108"/>
                  <a:pt x="325309" y="84626"/>
                </a:cubicBezTo>
                <a:cubicBezTo>
                  <a:pt x="296800" y="112651"/>
                  <a:pt x="264748" y="136812"/>
                  <a:pt x="229970" y="156492"/>
                </a:cubicBezTo>
                <a:cubicBezTo>
                  <a:pt x="200681" y="173245"/>
                  <a:pt x="168846" y="187537"/>
                  <a:pt x="146687" y="213051"/>
                </a:cubicBezTo>
                <a:cubicBezTo>
                  <a:pt x="131635" y="230483"/>
                  <a:pt x="122087" y="252003"/>
                  <a:pt x="119261" y="274877"/>
                </a:cubicBezTo>
                <a:cubicBezTo>
                  <a:pt x="114168" y="315275"/>
                  <a:pt x="135395" y="360269"/>
                  <a:pt x="173599" y="373622"/>
                </a:cubicBezTo>
                <a:cubicBezTo>
                  <a:pt x="196096" y="381530"/>
                  <a:pt x="221055" y="377956"/>
                  <a:pt x="243978" y="371408"/>
                </a:cubicBezTo>
                <a:cubicBezTo>
                  <a:pt x="279887" y="360490"/>
                  <a:pt x="314160" y="344757"/>
                  <a:pt x="345858" y="324633"/>
                </a:cubicBezTo>
                <a:lnTo>
                  <a:pt x="350521" y="321824"/>
                </a:lnTo>
                <a:cubicBezTo>
                  <a:pt x="352132" y="320838"/>
                  <a:pt x="353717" y="319819"/>
                  <a:pt x="355316" y="318826"/>
                </a:cubicBezTo>
                <a:cubicBezTo>
                  <a:pt x="371770" y="330456"/>
                  <a:pt x="388886" y="341116"/>
                  <a:pt x="406590" y="350728"/>
                </a:cubicBezTo>
                <a:cubicBezTo>
                  <a:pt x="416196" y="355501"/>
                  <a:pt x="426133" y="361499"/>
                  <a:pt x="436323" y="365602"/>
                </a:cubicBezTo>
                <a:cubicBezTo>
                  <a:pt x="422922" y="398078"/>
                  <a:pt x="402157" y="425584"/>
                  <a:pt x="375668" y="448606"/>
                </a:cubicBezTo>
                <a:cubicBezTo>
                  <a:pt x="349180" y="471629"/>
                  <a:pt x="317696" y="488140"/>
                  <a:pt x="283728" y="496835"/>
                </a:cubicBezTo>
                <a:cubicBezTo>
                  <a:pt x="268153" y="500814"/>
                  <a:pt x="252187" y="503060"/>
                  <a:pt x="236120" y="503532"/>
                </a:cubicBezTo>
                <a:cubicBezTo>
                  <a:pt x="193291" y="504523"/>
                  <a:pt x="150971" y="494062"/>
                  <a:pt x="113511" y="473222"/>
                </a:cubicBezTo>
                <a:cubicBezTo>
                  <a:pt x="87991" y="459142"/>
                  <a:pt x="65571" y="440031"/>
                  <a:pt x="47609" y="417039"/>
                </a:cubicBezTo>
                <a:cubicBezTo>
                  <a:pt x="43934" y="412267"/>
                  <a:pt x="40429" y="407324"/>
                  <a:pt x="37089" y="402133"/>
                </a:cubicBezTo>
                <a:cubicBezTo>
                  <a:pt x="20594" y="376602"/>
                  <a:pt x="9450" y="347970"/>
                  <a:pt x="4346" y="317985"/>
                </a:cubicBezTo>
                <a:cubicBezTo>
                  <a:pt x="0" y="291462"/>
                  <a:pt x="508" y="264366"/>
                  <a:pt x="5849" y="238026"/>
                </a:cubicBezTo>
                <a:cubicBezTo>
                  <a:pt x="8978" y="222573"/>
                  <a:pt x="13824" y="207518"/>
                  <a:pt x="20297" y="193147"/>
                </a:cubicBezTo>
                <a:cubicBezTo>
                  <a:pt x="34867" y="159902"/>
                  <a:pt x="57529" y="130854"/>
                  <a:pt x="86200" y="108663"/>
                </a:cubicBezTo>
                <a:cubicBezTo>
                  <a:pt x="116190" y="85476"/>
                  <a:pt x="151398" y="70015"/>
                  <a:pt x="188733" y="63636"/>
                </a:cubicBezTo>
                <a:close/>
                <a:moveTo>
                  <a:pt x="553091" y="116437"/>
                </a:moveTo>
                <a:cubicBezTo>
                  <a:pt x="552623" y="121047"/>
                  <a:pt x="551857" y="125620"/>
                  <a:pt x="550798" y="130130"/>
                </a:cubicBezTo>
                <a:cubicBezTo>
                  <a:pt x="550203" y="132767"/>
                  <a:pt x="549610" y="135403"/>
                  <a:pt x="548761" y="137955"/>
                </a:cubicBezTo>
                <a:cubicBezTo>
                  <a:pt x="547911" y="140506"/>
                  <a:pt x="547147" y="142377"/>
                  <a:pt x="546299" y="144588"/>
                </a:cubicBezTo>
                <a:cubicBezTo>
                  <a:pt x="535431" y="169242"/>
                  <a:pt x="519423" y="191281"/>
                  <a:pt x="499350" y="209225"/>
                </a:cubicBezTo>
                <a:lnTo>
                  <a:pt x="497312" y="211266"/>
                </a:lnTo>
                <a:cubicBezTo>
                  <a:pt x="469033" y="238099"/>
                  <a:pt x="438718" y="262695"/>
                  <a:pt x="406641" y="284832"/>
                </a:cubicBezTo>
                <a:cubicBezTo>
                  <a:pt x="396030" y="292316"/>
                  <a:pt x="385248" y="299545"/>
                  <a:pt x="374380" y="306689"/>
                </a:cubicBezTo>
                <a:cubicBezTo>
                  <a:pt x="366485" y="311877"/>
                  <a:pt x="358587" y="316891"/>
                  <a:pt x="350521" y="321824"/>
                </a:cubicBezTo>
                <a:lnTo>
                  <a:pt x="345858" y="324633"/>
                </a:lnTo>
                <a:cubicBezTo>
                  <a:pt x="314160" y="344757"/>
                  <a:pt x="279887" y="360490"/>
                  <a:pt x="243978" y="371408"/>
                </a:cubicBezTo>
                <a:cubicBezTo>
                  <a:pt x="221055" y="377956"/>
                  <a:pt x="196096" y="381530"/>
                  <a:pt x="173599" y="373622"/>
                </a:cubicBezTo>
                <a:cubicBezTo>
                  <a:pt x="135395" y="360269"/>
                  <a:pt x="114168" y="315275"/>
                  <a:pt x="119261" y="274877"/>
                </a:cubicBezTo>
                <a:cubicBezTo>
                  <a:pt x="122087" y="252003"/>
                  <a:pt x="131635" y="230483"/>
                  <a:pt x="146687" y="213051"/>
                </a:cubicBezTo>
                <a:cubicBezTo>
                  <a:pt x="168846" y="187537"/>
                  <a:pt x="200681" y="173245"/>
                  <a:pt x="229970" y="156492"/>
                </a:cubicBezTo>
                <a:cubicBezTo>
                  <a:pt x="264748" y="136812"/>
                  <a:pt x="296800" y="112651"/>
                  <a:pt x="325309" y="84626"/>
                </a:cubicBezTo>
                <a:cubicBezTo>
                  <a:pt x="329469" y="80544"/>
                  <a:pt x="333375" y="76125"/>
                  <a:pt x="337280" y="72213"/>
                </a:cubicBezTo>
                <a:lnTo>
                  <a:pt x="337705" y="72213"/>
                </a:lnTo>
                <a:cubicBezTo>
                  <a:pt x="344327" y="65069"/>
                  <a:pt x="350694" y="57755"/>
                  <a:pt x="357231" y="50525"/>
                </a:cubicBezTo>
                <a:cubicBezTo>
                  <a:pt x="363665" y="43344"/>
                  <a:pt x="370495" y="36529"/>
                  <a:pt x="377691" y="30114"/>
                </a:cubicBezTo>
                <a:cubicBezTo>
                  <a:pt x="382537" y="25903"/>
                  <a:pt x="387672" y="22038"/>
                  <a:pt x="393058" y="18548"/>
                </a:cubicBezTo>
                <a:cubicBezTo>
                  <a:pt x="400567" y="13792"/>
                  <a:pt x="408638" y="9993"/>
                  <a:pt x="417084" y="7236"/>
                </a:cubicBezTo>
                <a:cubicBezTo>
                  <a:pt x="438344" y="443"/>
                  <a:pt x="461118" y="0"/>
                  <a:pt x="482625" y="5960"/>
                </a:cubicBezTo>
                <a:cubicBezTo>
                  <a:pt x="486892" y="7164"/>
                  <a:pt x="491088" y="8612"/>
                  <a:pt x="495190" y="10298"/>
                </a:cubicBezTo>
                <a:cubicBezTo>
                  <a:pt x="498951" y="11827"/>
                  <a:pt x="502561" y="13706"/>
                  <a:pt x="505972" y="15911"/>
                </a:cubicBezTo>
                <a:cubicBezTo>
                  <a:pt x="519907" y="24869"/>
                  <a:pt x="531285" y="37294"/>
                  <a:pt x="538997" y="51971"/>
                </a:cubicBezTo>
                <a:cubicBezTo>
                  <a:pt x="541012" y="55611"/>
                  <a:pt x="542826" y="59359"/>
                  <a:pt x="544431" y="63198"/>
                </a:cubicBezTo>
                <a:cubicBezTo>
                  <a:pt x="547602" y="70728"/>
                  <a:pt x="549993" y="78565"/>
                  <a:pt x="551562" y="86586"/>
                </a:cubicBezTo>
                <a:cubicBezTo>
                  <a:pt x="551562" y="86586"/>
                  <a:pt x="551562" y="87351"/>
                  <a:pt x="551562" y="87776"/>
                </a:cubicBezTo>
                <a:cubicBezTo>
                  <a:pt x="553308" y="97223"/>
                  <a:pt x="553821" y="106858"/>
                  <a:pt x="553091" y="116437"/>
                </a:cubicBezTo>
                <a:close/>
              </a:path>
            </a:pathLst>
          </a:custGeom>
          <a:noFill/>
          <a:ln w="12544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224506" y="2865632"/>
            <a:ext cx="553816" cy="504522"/>
          </a:xfrm>
          <a:custGeom>
            <a:avLst/>
            <a:gdLst/>
            <a:ahLst/>
            <a:cxnLst/>
            <a:rect l="0" t="0" r="0" b="0"/>
            <a:pathLst>
              <a:path w="553816" h="504522">
                <a:moveTo>
                  <a:pt x="188728" y="440885"/>
                </a:moveTo>
                <a:cubicBezTo>
                  <a:pt x="226063" y="447267"/>
                  <a:pt x="264384" y="444373"/>
                  <a:pt x="300346" y="432455"/>
                </a:cubicBezTo>
                <a:cubicBezTo>
                  <a:pt x="304102" y="431108"/>
                  <a:pt x="307865" y="429687"/>
                  <a:pt x="311545" y="428181"/>
                </a:cubicBezTo>
                <a:cubicBezTo>
                  <a:pt x="316672" y="426107"/>
                  <a:pt x="321799" y="423958"/>
                  <a:pt x="326867" y="421482"/>
                </a:cubicBezTo>
                <a:cubicBezTo>
                  <a:pt x="326340" y="420955"/>
                  <a:pt x="325830" y="420420"/>
                  <a:pt x="325303" y="419901"/>
                </a:cubicBezTo>
                <a:cubicBezTo>
                  <a:pt x="296792" y="391876"/>
                  <a:pt x="264743" y="367714"/>
                  <a:pt x="229968" y="348035"/>
                </a:cubicBezTo>
                <a:cubicBezTo>
                  <a:pt x="200680" y="331283"/>
                  <a:pt x="168840" y="316990"/>
                  <a:pt x="146685" y="291473"/>
                </a:cubicBezTo>
                <a:cubicBezTo>
                  <a:pt x="131631" y="274044"/>
                  <a:pt x="122080" y="252524"/>
                  <a:pt x="119253" y="229642"/>
                </a:cubicBezTo>
                <a:cubicBezTo>
                  <a:pt x="114160" y="189247"/>
                  <a:pt x="135386" y="144252"/>
                  <a:pt x="173599" y="130904"/>
                </a:cubicBezTo>
                <a:cubicBezTo>
                  <a:pt x="196096" y="122992"/>
                  <a:pt x="221053" y="126571"/>
                  <a:pt x="243977" y="133120"/>
                </a:cubicBezTo>
                <a:cubicBezTo>
                  <a:pt x="279881" y="144034"/>
                  <a:pt x="314154" y="159766"/>
                  <a:pt x="345852" y="179888"/>
                </a:cubicBezTo>
                <a:lnTo>
                  <a:pt x="350519" y="182698"/>
                </a:lnTo>
                <a:cubicBezTo>
                  <a:pt x="352124" y="183685"/>
                  <a:pt x="353713" y="184706"/>
                  <a:pt x="355311" y="185701"/>
                </a:cubicBezTo>
                <a:cubicBezTo>
                  <a:pt x="371770" y="174067"/>
                  <a:pt x="388882" y="163404"/>
                  <a:pt x="406587" y="153794"/>
                </a:cubicBezTo>
                <a:cubicBezTo>
                  <a:pt x="416188" y="149027"/>
                  <a:pt x="426132" y="144419"/>
                  <a:pt x="436327" y="140321"/>
                </a:cubicBezTo>
                <a:cubicBezTo>
                  <a:pt x="422921" y="107846"/>
                  <a:pt x="402154" y="78942"/>
                  <a:pt x="375667" y="55917"/>
                </a:cubicBezTo>
                <a:cubicBezTo>
                  <a:pt x="349172" y="32893"/>
                  <a:pt x="317692" y="16383"/>
                  <a:pt x="283728" y="7694"/>
                </a:cubicBezTo>
                <a:cubicBezTo>
                  <a:pt x="268147" y="3713"/>
                  <a:pt x="252182" y="1463"/>
                  <a:pt x="236115" y="995"/>
                </a:cubicBezTo>
                <a:cubicBezTo>
                  <a:pt x="193286" y="0"/>
                  <a:pt x="150967" y="10462"/>
                  <a:pt x="113508" y="31304"/>
                </a:cubicBezTo>
                <a:cubicBezTo>
                  <a:pt x="87991" y="45379"/>
                  <a:pt x="65569" y="64498"/>
                  <a:pt x="47604" y="87489"/>
                </a:cubicBezTo>
                <a:cubicBezTo>
                  <a:pt x="43933" y="92256"/>
                  <a:pt x="40428" y="97199"/>
                  <a:pt x="37083" y="102393"/>
                </a:cubicBezTo>
                <a:cubicBezTo>
                  <a:pt x="20590" y="127918"/>
                  <a:pt x="9450" y="156554"/>
                  <a:pt x="4340" y="186537"/>
                </a:cubicBezTo>
                <a:cubicBezTo>
                  <a:pt x="0" y="213066"/>
                  <a:pt x="501" y="240155"/>
                  <a:pt x="5846" y="266500"/>
                </a:cubicBezTo>
                <a:cubicBezTo>
                  <a:pt x="8973" y="281955"/>
                  <a:pt x="13824" y="297009"/>
                  <a:pt x="20289" y="311378"/>
                </a:cubicBezTo>
                <a:cubicBezTo>
                  <a:pt x="34867" y="344622"/>
                  <a:pt x="57523" y="373669"/>
                  <a:pt x="86193" y="395865"/>
                </a:cubicBezTo>
                <a:cubicBezTo>
                  <a:pt x="116184" y="419048"/>
                  <a:pt x="151394" y="434512"/>
                  <a:pt x="188728" y="440885"/>
                </a:cubicBezTo>
                <a:moveTo>
                  <a:pt x="553089" y="388087"/>
                </a:moveTo>
                <a:cubicBezTo>
                  <a:pt x="552620" y="383479"/>
                  <a:pt x="551851" y="378904"/>
                  <a:pt x="550797" y="374396"/>
                </a:cubicBezTo>
                <a:cubicBezTo>
                  <a:pt x="550203" y="371762"/>
                  <a:pt x="549610" y="369119"/>
                  <a:pt x="548757" y="366568"/>
                </a:cubicBezTo>
                <a:cubicBezTo>
                  <a:pt x="547904" y="364017"/>
                  <a:pt x="547142" y="362144"/>
                  <a:pt x="546298" y="359936"/>
                </a:cubicBezTo>
                <a:cubicBezTo>
                  <a:pt x="535425" y="335280"/>
                  <a:pt x="519418" y="313243"/>
                  <a:pt x="499346" y="295303"/>
                </a:cubicBezTo>
                <a:lnTo>
                  <a:pt x="497305" y="293254"/>
                </a:lnTo>
                <a:cubicBezTo>
                  <a:pt x="469028" y="266424"/>
                  <a:pt x="438711" y="241828"/>
                  <a:pt x="406637" y="219690"/>
                </a:cubicBezTo>
                <a:cubicBezTo>
                  <a:pt x="396024" y="212204"/>
                  <a:pt x="385243" y="204978"/>
                  <a:pt x="374379" y="197836"/>
                </a:cubicBezTo>
                <a:cubicBezTo>
                  <a:pt x="366484" y="192651"/>
                  <a:pt x="358581" y="187633"/>
                  <a:pt x="350519" y="182698"/>
                </a:cubicBezTo>
                <a:lnTo>
                  <a:pt x="345852" y="179888"/>
                </a:lnTo>
                <a:cubicBezTo>
                  <a:pt x="314154" y="159766"/>
                  <a:pt x="279881" y="144034"/>
                  <a:pt x="243977" y="133120"/>
                </a:cubicBezTo>
                <a:cubicBezTo>
                  <a:pt x="221053" y="126571"/>
                  <a:pt x="196096" y="122992"/>
                  <a:pt x="173599" y="130904"/>
                </a:cubicBezTo>
                <a:cubicBezTo>
                  <a:pt x="135386" y="144252"/>
                  <a:pt x="114160" y="189247"/>
                  <a:pt x="119253" y="229642"/>
                </a:cubicBezTo>
                <a:cubicBezTo>
                  <a:pt x="122080" y="252524"/>
                  <a:pt x="131631" y="274044"/>
                  <a:pt x="146685" y="291473"/>
                </a:cubicBezTo>
                <a:cubicBezTo>
                  <a:pt x="168840" y="316990"/>
                  <a:pt x="200680" y="331283"/>
                  <a:pt x="229968" y="348035"/>
                </a:cubicBezTo>
                <a:cubicBezTo>
                  <a:pt x="264743" y="367714"/>
                  <a:pt x="296792" y="391876"/>
                  <a:pt x="325303" y="419901"/>
                </a:cubicBezTo>
                <a:cubicBezTo>
                  <a:pt x="329468" y="423983"/>
                  <a:pt x="333374" y="428399"/>
                  <a:pt x="337279" y="432313"/>
                </a:cubicBezTo>
                <a:cubicBezTo>
                  <a:pt x="344321" y="439455"/>
                  <a:pt x="350694" y="446773"/>
                  <a:pt x="357226" y="453999"/>
                </a:cubicBezTo>
                <a:cubicBezTo>
                  <a:pt x="363657" y="461183"/>
                  <a:pt x="370490" y="467991"/>
                  <a:pt x="377683" y="474414"/>
                </a:cubicBezTo>
                <a:cubicBezTo>
                  <a:pt x="382534" y="478621"/>
                  <a:pt x="387669" y="482485"/>
                  <a:pt x="393055" y="485972"/>
                </a:cubicBezTo>
                <a:cubicBezTo>
                  <a:pt x="400565" y="490731"/>
                  <a:pt x="408636" y="494528"/>
                  <a:pt x="417083" y="497288"/>
                </a:cubicBezTo>
                <a:cubicBezTo>
                  <a:pt x="438343" y="504079"/>
                  <a:pt x="461116" y="504522"/>
                  <a:pt x="482619" y="498568"/>
                </a:cubicBezTo>
                <a:cubicBezTo>
                  <a:pt x="486892" y="497363"/>
                  <a:pt x="491082" y="495917"/>
                  <a:pt x="495189" y="494227"/>
                </a:cubicBezTo>
                <a:cubicBezTo>
                  <a:pt x="498944" y="492697"/>
                  <a:pt x="502557" y="490815"/>
                  <a:pt x="505969" y="488615"/>
                </a:cubicBezTo>
                <a:cubicBezTo>
                  <a:pt x="519903" y="479658"/>
                  <a:pt x="531277" y="467230"/>
                  <a:pt x="538996" y="452552"/>
                </a:cubicBezTo>
                <a:cubicBezTo>
                  <a:pt x="541012" y="448914"/>
                  <a:pt x="542819" y="445167"/>
                  <a:pt x="544424" y="441329"/>
                </a:cubicBezTo>
                <a:cubicBezTo>
                  <a:pt x="547594" y="433793"/>
                  <a:pt x="549986" y="425957"/>
                  <a:pt x="551558" y="417936"/>
                </a:cubicBezTo>
                <a:cubicBezTo>
                  <a:pt x="551558" y="417936"/>
                  <a:pt x="551558" y="417175"/>
                  <a:pt x="551558" y="416748"/>
                </a:cubicBezTo>
                <a:cubicBezTo>
                  <a:pt x="553306" y="407298"/>
                  <a:pt x="553816" y="397663"/>
                  <a:pt x="553089" y="388087"/>
                </a:cubicBezTo>
              </a:path>
            </a:pathLst>
          </a:custGeom>
          <a:solidFill>
            <a:srgbClr val="D1F4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224502" y="2865633"/>
            <a:ext cx="553821" cy="504523"/>
          </a:xfrm>
          <a:custGeom>
            <a:avLst/>
            <a:gdLst/>
            <a:ahLst/>
            <a:cxnLst/>
            <a:rect l="0" t="0" r="0" b="0"/>
            <a:pathLst>
              <a:path w="553821" h="504523">
                <a:moveTo>
                  <a:pt x="188733" y="440887"/>
                </a:moveTo>
                <a:cubicBezTo>
                  <a:pt x="226067" y="447265"/>
                  <a:pt x="264391" y="444368"/>
                  <a:pt x="300349" y="432450"/>
                </a:cubicBezTo>
                <a:cubicBezTo>
                  <a:pt x="304107" y="431110"/>
                  <a:pt x="307871" y="429685"/>
                  <a:pt x="311547" y="428178"/>
                </a:cubicBezTo>
                <a:cubicBezTo>
                  <a:pt x="316677" y="426105"/>
                  <a:pt x="321803" y="423953"/>
                  <a:pt x="326869" y="421480"/>
                </a:cubicBezTo>
                <a:cubicBezTo>
                  <a:pt x="326347" y="420953"/>
                  <a:pt x="325837" y="420415"/>
                  <a:pt x="325309" y="419896"/>
                </a:cubicBezTo>
                <a:cubicBezTo>
                  <a:pt x="296800" y="391871"/>
                  <a:pt x="264748" y="367710"/>
                  <a:pt x="229970" y="348031"/>
                </a:cubicBezTo>
                <a:cubicBezTo>
                  <a:pt x="200681" y="331278"/>
                  <a:pt x="168846" y="316985"/>
                  <a:pt x="146687" y="291472"/>
                </a:cubicBezTo>
                <a:cubicBezTo>
                  <a:pt x="131635" y="274039"/>
                  <a:pt x="122087" y="252519"/>
                  <a:pt x="119261" y="229645"/>
                </a:cubicBezTo>
                <a:cubicBezTo>
                  <a:pt x="114168" y="189248"/>
                  <a:pt x="135395" y="144253"/>
                  <a:pt x="173599" y="130901"/>
                </a:cubicBezTo>
                <a:cubicBezTo>
                  <a:pt x="196096" y="122992"/>
                  <a:pt x="221055" y="126566"/>
                  <a:pt x="243978" y="133115"/>
                </a:cubicBezTo>
                <a:cubicBezTo>
                  <a:pt x="279887" y="144032"/>
                  <a:pt x="314160" y="159765"/>
                  <a:pt x="345858" y="179889"/>
                </a:cubicBezTo>
                <a:lnTo>
                  <a:pt x="350521" y="182699"/>
                </a:lnTo>
                <a:cubicBezTo>
                  <a:pt x="352132" y="183684"/>
                  <a:pt x="353717" y="184704"/>
                  <a:pt x="355316" y="185697"/>
                </a:cubicBezTo>
                <a:cubicBezTo>
                  <a:pt x="371770" y="174067"/>
                  <a:pt x="388886" y="163406"/>
                  <a:pt x="406590" y="153794"/>
                </a:cubicBezTo>
                <a:cubicBezTo>
                  <a:pt x="416196" y="149022"/>
                  <a:pt x="426138" y="144421"/>
                  <a:pt x="436328" y="140318"/>
                </a:cubicBezTo>
                <a:cubicBezTo>
                  <a:pt x="422927" y="107842"/>
                  <a:pt x="402157" y="78939"/>
                  <a:pt x="375668" y="55916"/>
                </a:cubicBezTo>
                <a:cubicBezTo>
                  <a:pt x="349180" y="32894"/>
                  <a:pt x="317696" y="16383"/>
                  <a:pt x="283728" y="7688"/>
                </a:cubicBezTo>
                <a:cubicBezTo>
                  <a:pt x="268153" y="3709"/>
                  <a:pt x="252187" y="1463"/>
                  <a:pt x="236120" y="991"/>
                </a:cubicBezTo>
                <a:cubicBezTo>
                  <a:pt x="193291" y="0"/>
                  <a:pt x="150971" y="10460"/>
                  <a:pt x="113511" y="31300"/>
                </a:cubicBezTo>
                <a:cubicBezTo>
                  <a:pt x="87991" y="45381"/>
                  <a:pt x="65571" y="64492"/>
                  <a:pt x="47609" y="87483"/>
                </a:cubicBezTo>
                <a:cubicBezTo>
                  <a:pt x="43934" y="92255"/>
                  <a:pt x="40429" y="97198"/>
                  <a:pt x="37089" y="102389"/>
                </a:cubicBezTo>
                <a:cubicBezTo>
                  <a:pt x="20594" y="127920"/>
                  <a:pt x="9450" y="156553"/>
                  <a:pt x="4346" y="186537"/>
                </a:cubicBezTo>
                <a:cubicBezTo>
                  <a:pt x="0" y="213061"/>
                  <a:pt x="508" y="240157"/>
                  <a:pt x="5849" y="266496"/>
                </a:cubicBezTo>
                <a:cubicBezTo>
                  <a:pt x="8978" y="281949"/>
                  <a:pt x="13824" y="297004"/>
                  <a:pt x="20297" y="311376"/>
                </a:cubicBezTo>
                <a:cubicBezTo>
                  <a:pt x="34867" y="344621"/>
                  <a:pt x="57529" y="373669"/>
                  <a:pt x="86200" y="395860"/>
                </a:cubicBezTo>
                <a:cubicBezTo>
                  <a:pt x="116190" y="419047"/>
                  <a:pt x="151398" y="434507"/>
                  <a:pt x="188733" y="440887"/>
                </a:cubicBezTo>
                <a:close/>
                <a:moveTo>
                  <a:pt x="553091" y="388085"/>
                </a:moveTo>
                <a:cubicBezTo>
                  <a:pt x="552623" y="383476"/>
                  <a:pt x="551857" y="378902"/>
                  <a:pt x="550798" y="374393"/>
                </a:cubicBezTo>
                <a:cubicBezTo>
                  <a:pt x="550203" y="371756"/>
                  <a:pt x="549610" y="369120"/>
                  <a:pt x="548761" y="366568"/>
                </a:cubicBezTo>
                <a:cubicBezTo>
                  <a:pt x="547911" y="364016"/>
                  <a:pt x="547147" y="362145"/>
                  <a:pt x="546299" y="359934"/>
                </a:cubicBezTo>
                <a:cubicBezTo>
                  <a:pt x="535431" y="335280"/>
                  <a:pt x="519423" y="313241"/>
                  <a:pt x="499350" y="295298"/>
                </a:cubicBezTo>
                <a:lnTo>
                  <a:pt x="497312" y="293257"/>
                </a:lnTo>
                <a:cubicBezTo>
                  <a:pt x="469033" y="266424"/>
                  <a:pt x="438718" y="241828"/>
                  <a:pt x="406641" y="219691"/>
                </a:cubicBezTo>
                <a:cubicBezTo>
                  <a:pt x="396030" y="212206"/>
                  <a:pt x="385248" y="204978"/>
                  <a:pt x="374380" y="197834"/>
                </a:cubicBezTo>
                <a:cubicBezTo>
                  <a:pt x="366485" y="192646"/>
                  <a:pt x="358587" y="187632"/>
                  <a:pt x="350521" y="182699"/>
                </a:cubicBezTo>
                <a:lnTo>
                  <a:pt x="345858" y="179889"/>
                </a:lnTo>
                <a:cubicBezTo>
                  <a:pt x="314160" y="159765"/>
                  <a:pt x="279887" y="144032"/>
                  <a:pt x="243978" y="133115"/>
                </a:cubicBezTo>
                <a:cubicBezTo>
                  <a:pt x="221055" y="126566"/>
                  <a:pt x="196096" y="122992"/>
                  <a:pt x="173599" y="130901"/>
                </a:cubicBezTo>
                <a:cubicBezTo>
                  <a:pt x="135395" y="144253"/>
                  <a:pt x="114168" y="189248"/>
                  <a:pt x="119261" y="229645"/>
                </a:cubicBezTo>
                <a:cubicBezTo>
                  <a:pt x="122087" y="252519"/>
                  <a:pt x="131635" y="274039"/>
                  <a:pt x="146687" y="291472"/>
                </a:cubicBezTo>
                <a:cubicBezTo>
                  <a:pt x="168846" y="316985"/>
                  <a:pt x="200681" y="331278"/>
                  <a:pt x="229970" y="348031"/>
                </a:cubicBezTo>
                <a:cubicBezTo>
                  <a:pt x="264748" y="367710"/>
                  <a:pt x="296800" y="391871"/>
                  <a:pt x="325309" y="419896"/>
                </a:cubicBezTo>
                <a:cubicBezTo>
                  <a:pt x="329469" y="423979"/>
                  <a:pt x="333375" y="428398"/>
                  <a:pt x="337280" y="432310"/>
                </a:cubicBezTo>
                <a:lnTo>
                  <a:pt x="337705" y="432310"/>
                </a:lnTo>
                <a:cubicBezTo>
                  <a:pt x="344327" y="439454"/>
                  <a:pt x="350694" y="446768"/>
                  <a:pt x="357231" y="453997"/>
                </a:cubicBezTo>
                <a:cubicBezTo>
                  <a:pt x="363665" y="461179"/>
                  <a:pt x="370495" y="467994"/>
                  <a:pt x="377691" y="474408"/>
                </a:cubicBezTo>
                <a:cubicBezTo>
                  <a:pt x="382537" y="478619"/>
                  <a:pt x="387672" y="482485"/>
                  <a:pt x="393058" y="485975"/>
                </a:cubicBezTo>
                <a:cubicBezTo>
                  <a:pt x="400567" y="490730"/>
                  <a:pt x="408638" y="494530"/>
                  <a:pt x="417084" y="497286"/>
                </a:cubicBezTo>
                <a:cubicBezTo>
                  <a:pt x="438344" y="504080"/>
                  <a:pt x="461118" y="504523"/>
                  <a:pt x="482625" y="498562"/>
                </a:cubicBezTo>
                <a:cubicBezTo>
                  <a:pt x="486892" y="497358"/>
                  <a:pt x="491088" y="495911"/>
                  <a:pt x="495190" y="494225"/>
                </a:cubicBezTo>
                <a:cubicBezTo>
                  <a:pt x="498951" y="492695"/>
                  <a:pt x="502561" y="490816"/>
                  <a:pt x="505972" y="488612"/>
                </a:cubicBezTo>
                <a:cubicBezTo>
                  <a:pt x="519907" y="479654"/>
                  <a:pt x="531285" y="467229"/>
                  <a:pt x="538997" y="452551"/>
                </a:cubicBezTo>
                <a:cubicBezTo>
                  <a:pt x="541012" y="448912"/>
                  <a:pt x="542826" y="445164"/>
                  <a:pt x="544431" y="441325"/>
                </a:cubicBezTo>
                <a:cubicBezTo>
                  <a:pt x="547602" y="433795"/>
                  <a:pt x="549993" y="425957"/>
                  <a:pt x="551562" y="417937"/>
                </a:cubicBezTo>
                <a:cubicBezTo>
                  <a:pt x="551562" y="417937"/>
                  <a:pt x="551562" y="417172"/>
                  <a:pt x="551562" y="416746"/>
                </a:cubicBezTo>
                <a:cubicBezTo>
                  <a:pt x="553308" y="407299"/>
                  <a:pt x="553821" y="397665"/>
                  <a:pt x="553091" y="388085"/>
                </a:cubicBezTo>
                <a:close/>
              </a:path>
            </a:pathLst>
          </a:custGeom>
          <a:noFill/>
          <a:ln w="12544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79018" y="3768011"/>
            <a:ext cx="553816" cy="504531"/>
          </a:xfrm>
          <a:custGeom>
            <a:avLst/>
            <a:gdLst/>
            <a:ahLst/>
            <a:cxnLst/>
            <a:rect l="0" t="0" r="0" b="0"/>
            <a:pathLst>
              <a:path w="553816" h="504531">
                <a:moveTo>
                  <a:pt x="188728" y="63637"/>
                </a:moveTo>
                <a:cubicBezTo>
                  <a:pt x="226063" y="57264"/>
                  <a:pt x="264384" y="60158"/>
                  <a:pt x="300346" y="72075"/>
                </a:cubicBezTo>
                <a:cubicBezTo>
                  <a:pt x="304102" y="73414"/>
                  <a:pt x="307865" y="74844"/>
                  <a:pt x="311545" y="76349"/>
                </a:cubicBezTo>
                <a:cubicBezTo>
                  <a:pt x="316672" y="78423"/>
                  <a:pt x="321799" y="80573"/>
                  <a:pt x="326867" y="83048"/>
                </a:cubicBezTo>
                <a:cubicBezTo>
                  <a:pt x="326340" y="83575"/>
                  <a:pt x="325830" y="84110"/>
                  <a:pt x="325303" y="84629"/>
                </a:cubicBezTo>
                <a:cubicBezTo>
                  <a:pt x="296792" y="112655"/>
                  <a:pt x="264743" y="136817"/>
                  <a:pt x="229968" y="156496"/>
                </a:cubicBezTo>
                <a:cubicBezTo>
                  <a:pt x="200680" y="173248"/>
                  <a:pt x="168840" y="187541"/>
                  <a:pt x="146685" y="213057"/>
                </a:cubicBezTo>
                <a:cubicBezTo>
                  <a:pt x="131631" y="230487"/>
                  <a:pt x="122080" y="252006"/>
                  <a:pt x="119253" y="274880"/>
                </a:cubicBezTo>
                <a:cubicBezTo>
                  <a:pt x="114160" y="315275"/>
                  <a:pt x="135386" y="360270"/>
                  <a:pt x="173599" y="373627"/>
                </a:cubicBezTo>
                <a:cubicBezTo>
                  <a:pt x="196096" y="381530"/>
                  <a:pt x="221053" y="377959"/>
                  <a:pt x="243977" y="371410"/>
                </a:cubicBezTo>
                <a:cubicBezTo>
                  <a:pt x="279881" y="360496"/>
                  <a:pt x="314154" y="344765"/>
                  <a:pt x="345852" y="324634"/>
                </a:cubicBezTo>
                <a:lnTo>
                  <a:pt x="350519" y="321824"/>
                </a:lnTo>
                <a:cubicBezTo>
                  <a:pt x="352124" y="320845"/>
                  <a:pt x="353713" y="319825"/>
                  <a:pt x="355311" y="318830"/>
                </a:cubicBezTo>
                <a:cubicBezTo>
                  <a:pt x="371770" y="330463"/>
                  <a:pt x="388882" y="341118"/>
                  <a:pt x="406587" y="350736"/>
                </a:cubicBezTo>
                <a:cubicBezTo>
                  <a:pt x="416188" y="355503"/>
                  <a:pt x="426132" y="361500"/>
                  <a:pt x="436319" y="365606"/>
                </a:cubicBezTo>
                <a:cubicBezTo>
                  <a:pt x="422921" y="398081"/>
                  <a:pt x="402154" y="425589"/>
                  <a:pt x="375667" y="448613"/>
                </a:cubicBezTo>
                <a:cubicBezTo>
                  <a:pt x="349172" y="471629"/>
                  <a:pt x="317692" y="488147"/>
                  <a:pt x="283728" y="496837"/>
                </a:cubicBezTo>
                <a:cubicBezTo>
                  <a:pt x="268147" y="500817"/>
                  <a:pt x="252182" y="503067"/>
                  <a:pt x="236115" y="503536"/>
                </a:cubicBezTo>
                <a:cubicBezTo>
                  <a:pt x="193286" y="504531"/>
                  <a:pt x="150967" y="494068"/>
                  <a:pt x="113508" y="473227"/>
                </a:cubicBezTo>
                <a:cubicBezTo>
                  <a:pt x="87991" y="459143"/>
                  <a:pt x="65569" y="440032"/>
                  <a:pt x="47604" y="417041"/>
                </a:cubicBezTo>
                <a:cubicBezTo>
                  <a:pt x="43933" y="412274"/>
                  <a:pt x="40428" y="407331"/>
                  <a:pt x="37083" y="402138"/>
                </a:cubicBezTo>
                <a:cubicBezTo>
                  <a:pt x="20590" y="376604"/>
                  <a:pt x="9450" y="347976"/>
                  <a:pt x="4340" y="317985"/>
                </a:cubicBezTo>
                <a:cubicBezTo>
                  <a:pt x="0" y="291464"/>
                  <a:pt x="501" y="264367"/>
                  <a:pt x="5846" y="238031"/>
                </a:cubicBezTo>
                <a:cubicBezTo>
                  <a:pt x="8973" y="222575"/>
                  <a:pt x="13824" y="207521"/>
                  <a:pt x="20289" y="193153"/>
                </a:cubicBezTo>
                <a:cubicBezTo>
                  <a:pt x="34867" y="159908"/>
                  <a:pt x="57523" y="130862"/>
                  <a:pt x="86193" y="108665"/>
                </a:cubicBezTo>
                <a:cubicBezTo>
                  <a:pt x="116184" y="85482"/>
                  <a:pt x="151394" y="70018"/>
                  <a:pt x="188728" y="63637"/>
                </a:cubicBezTo>
                <a:moveTo>
                  <a:pt x="553089" y="116443"/>
                </a:moveTo>
                <a:cubicBezTo>
                  <a:pt x="552620" y="121052"/>
                  <a:pt x="551851" y="125626"/>
                  <a:pt x="550797" y="130134"/>
                </a:cubicBezTo>
                <a:cubicBezTo>
                  <a:pt x="550203" y="132769"/>
                  <a:pt x="549610" y="135412"/>
                  <a:pt x="548757" y="137962"/>
                </a:cubicBezTo>
                <a:cubicBezTo>
                  <a:pt x="547904" y="140513"/>
                  <a:pt x="547142" y="142378"/>
                  <a:pt x="546298" y="144595"/>
                </a:cubicBezTo>
                <a:cubicBezTo>
                  <a:pt x="535425" y="169250"/>
                  <a:pt x="519418" y="191288"/>
                  <a:pt x="499346" y="209227"/>
                </a:cubicBezTo>
                <a:lnTo>
                  <a:pt x="497305" y="211268"/>
                </a:lnTo>
                <a:cubicBezTo>
                  <a:pt x="469028" y="238106"/>
                  <a:pt x="438711" y="262703"/>
                  <a:pt x="406637" y="284832"/>
                </a:cubicBezTo>
                <a:cubicBezTo>
                  <a:pt x="396024" y="292318"/>
                  <a:pt x="385243" y="299552"/>
                  <a:pt x="374379" y="306694"/>
                </a:cubicBezTo>
                <a:cubicBezTo>
                  <a:pt x="366484" y="311880"/>
                  <a:pt x="358581" y="316898"/>
                  <a:pt x="350519" y="321824"/>
                </a:cubicBezTo>
                <a:lnTo>
                  <a:pt x="345852" y="324634"/>
                </a:lnTo>
                <a:cubicBezTo>
                  <a:pt x="314154" y="344765"/>
                  <a:pt x="279881" y="360496"/>
                  <a:pt x="243977" y="371410"/>
                </a:cubicBezTo>
                <a:cubicBezTo>
                  <a:pt x="221053" y="377959"/>
                  <a:pt x="196096" y="381530"/>
                  <a:pt x="173599" y="373627"/>
                </a:cubicBezTo>
                <a:cubicBezTo>
                  <a:pt x="135386" y="360270"/>
                  <a:pt x="114160" y="315275"/>
                  <a:pt x="119253" y="274880"/>
                </a:cubicBezTo>
                <a:cubicBezTo>
                  <a:pt x="122080" y="252006"/>
                  <a:pt x="131631" y="230487"/>
                  <a:pt x="146685" y="213057"/>
                </a:cubicBezTo>
                <a:cubicBezTo>
                  <a:pt x="168840" y="187541"/>
                  <a:pt x="200680" y="173248"/>
                  <a:pt x="229968" y="156496"/>
                </a:cubicBezTo>
                <a:cubicBezTo>
                  <a:pt x="264743" y="136817"/>
                  <a:pt x="296792" y="112655"/>
                  <a:pt x="325303" y="84629"/>
                </a:cubicBezTo>
                <a:cubicBezTo>
                  <a:pt x="329468" y="80548"/>
                  <a:pt x="333374" y="76132"/>
                  <a:pt x="337279" y="72218"/>
                </a:cubicBezTo>
                <a:cubicBezTo>
                  <a:pt x="344321" y="65075"/>
                  <a:pt x="350694" y="57757"/>
                  <a:pt x="357226" y="50531"/>
                </a:cubicBezTo>
                <a:cubicBezTo>
                  <a:pt x="363657" y="43347"/>
                  <a:pt x="370490" y="36531"/>
                  <a:pt x="377683" y="30116"/>
                </a:cubicBezTo>
                <a:cubicBezTo>
                  <a:pt x="382534" y="25909"/>
                  <a:pt x="387669" y="22045"/>
                  <a:pt x="393055" y="18550"/>
                </a:cubicBezTo>
                <a:cubicBezTo>
                  <a:pt x="400565" y="13799"/>
                  <a:pt x="408636" y="9994"/>
                  <a:pt x="417083" y="7242"/>
                </a:cubicBezTo>
                <a:cubicBezTo>
                  <a:pt x="438343" y="451"/>
                  <a:pt x="461116" y="0"/>
                  <a:pt x="482619" y="5963"/>
                </a:cubicBezTo>
                <a:cubicBezTo>
                  <a:pt x="486892" y="7167"/>
                  <a:pt x="491082" y="8614"/>
                  <a:pt x="495189" y="10303"/>
                </a:cubicBezTo>
                <a:cubicBezTo>
                  <a:pt x="498944" y="11834"/>
                  <a:pt x="502557" y="13707"/>
                  <a:pt x="505969" y="15915"/>
                </a:cubicBezTo>
                <a:cubicBezTo>
                  <a:pt x="519903" y="24872"/>
                  <a:pt x="531277" y="37300"/>
                  <a:pt x="538996" y="51978"/>
                </a:cubicBezTo>
                <a:cubicBezTo>
                  <a:pt x="541012" y="55616"/>
                  <a:pt x="542819" y="59363"/>
                  <a:pt x="544424" y="63202"/>
                </a:cubicBezTo>
                <a:cubicBezTo>
                  <a:pt x="547594" y="70729"/>
                  <a:pt x="549986" y="78574"/>
                  <a:pt x="551558" y="86594"/>
                </a:cubicBezTo>
                <a:cubicBezTo>
                  <a:pt x="551558" y="86594"/>
                  <a:pt x="551558" y="87355"/>
                  <a:pt x="551558" y="87782"/>
                </a:cubicBezTo>
                <a:cubicBezTo>
                  <a:pt x="553306" y="97224"/>
                  <a:pt x="553816" y="106859"/>
                  <a:pt x="553089" y="116443"/>
                </a:cubicBezTo>
              </a:path>
            </a:pathLst>
          </a:custGeom>
          <a:solidFill>
            <a:srgbClr val="DCE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79014" y="3768015"/>
            <a:ext cx="553821" cy="504523"/>
          </a:xfrm>
          <a:custGeom>
            <a:avLst/>
            <a:gdLst/>
            <a:ahLst/>
            <a:cxnLst/>
            <a:rect l="0" t="0" r="0" b="0"/>
            <a:pathLst>
              <a:path w="553821" h="504523">
                <a:moveTo>
                  <a:pt x="188733" y="63636"/>
                </a:moveTo>
                <a:cubicBezTo>
                  <a:pt x="226067" y="57258"/>
                  <a:pt x="264391" y="60155"/>
                  <a:pt x="300349" y="72073"/>
                </a:cubicBezTo>
                <a:cubicBezTo>
                  <a:pt x="304107" y="73413"/>
                  <a:pt x="307871" y="74837"/>
                  <a:pt x="311547" y="76344"/>
                </a:cubicBezTo>
                <a:cubicBezTo>
                  <a:pt x="316677" y="78417"/>
                  <a:pt x="321803" y="80570"/>
                  <a:pt x="326869" y="83042"/>
                </a:cubicBezTo>
                <a:cubicBezTo>
                  <a:pt x="326347" y="83570"/>
                  <a:pt x="325837" y="84108"/>
                  <a:pt x="325309" y="84626"/>
                </a:cubicBezTo>
                <a:cubicBezTo>
                  <a:pt x="296800" y="112651"/>
                  <a:pt x="264748" y="136812"/>
                  <a:pt x="229970" y="156492"/>
                </a:cubicBezTo>
                <a:cubicBezTo>
                  <a:pt x="200681" y="173245"/>
                  <a:pt x="168846" y="187537"/>
                  <a:pt x="146687" y="213051"/>
                </a:cubicBezTo>
                <a:cubicBezTo>
                  <a:pt x="131635" y="230483"/>
                  <a:pt x="122087" y="252003"/>
                  <a:pt x="119261" y="274877"/>
                </a:cubicBezTo>
                <a:cubicBezTo>
                  <a:pt x="114168" y="315275"/>
                  <a:pt x="135395" y="360269"/>
                  <a:pt x="173599" y="373622"/>
                </a:cubicBezTo>
                <a:cubicBezTo>
                  <a:pt x="196096" y="381530"/>
                  <a:pt x="221055" y="377956"/>
                  <a:pt x="243978" y="371408"/>
                </a:cubicBezTo>
                <a:cubicBezTo>
                  <a:pt x="279887" y="360490"/>
                  <a:pt x="314160" y="344757"/>
                  <a:pt x="345858" y="324633"/>
                </a:cubicBezTo>
                <a:lnTo>
                  <a:pt x="350521" y="321824"/>
                </a:lnTo>
                <a:cubicBezTo>
                  <a:pt x="352132" y="320838"/>
                  <a:pt x="353717" y="319819"/>
                  <a:pt x="355316" y="318826"/>
                </a:cubicBezTo>
                <a:cubicBezTo>
                  <a:pt x="371770" y="330456"/>
                  <a:pt x="388886" y="341116"/>
                  <a:pt x="406590" y="350728"/>
                </a:cubicBezTo>
                <a:cubicBezTo>
                  <a:pt x="416196" y="355501"/>
                  <a:pt x="426133" y="361499"/>
                  <a:pt x="436323" y="365602"/>
                </a:cubicBezTo>
                <a:cubicBezTo>
                  <a:pt x="422922" y="398078"/>
                  <a:pt x="402157" y="425584"/>
                  <a:pt x="375668" y="448606"/>
                </a:cubicBezTo>
                <a:cubicBezTo>
                  <a:pt x="349180" y="471629"/>
                  <a:pt x="317696" y="488140"/>
                  <a:pt x="283728" y="496835"/>
                </a:cubicBezTo>
                <a:cubicBezTo>
                  <a:pt x="268153" y="500814"/>
                  <a:pt x="252187" y="503060"/>
                  <a:pt x="236120" y="503532"/>
                </a:cubicBezTo>
                <a:cubicBezTo>
                  <a:pt x="193291" y="504523"/>
                  <a:pt x="150971" y="494062"/>
                  <a:pt x="113511" y="473222"/>
                </a:cubicBezTo>
                <a:cubicBezTo>
                  <a:pt x="87991" y="459142"/>
                  <a:pt x="65571" y="440031"/>
                  <a:pt x="47609" y="417039"/>
                </a:cubicBezTo>
                <a:cubicBezTo>
                  <a:pt x="43934" y="412267"/>
                  <a:pt x="40429" y="407324"/>
                  <a:pt x="37089" y="402133"/>
                </a:cubicBezTo>
                <a:cubicBezTo>
                  <a:pt x="20594" y="376602"/>
                  <a:pt x="9450" y="347970"/>
                  <a:pt x="4346" y="317985"/>
                </a:cubicBezTo>
                <a:cubicBezTo>
                  <a:pt x="0" y="291462"/>
                  <a:pt x="508" y="264366"/>
                  <a:pt x="5849" y="238026"/>
                </a:cubicBezTo>
                <a:cubicBezTo>
                  <a:pt x="8978" y="222573"/>
                  <a:pt x="13824" y="207518"/>
                  <a:pt x="20297" y="193147"/>
                </a:cubicBezTo>
                <a:cubicBezTo>
                  <a:pt x="34867" y="159902"/>
                  <a:pt x="57529" y="130854"/>
                  <a:pt x="86200" y="108663"/>
                </a:cubicBezTo>
                <a:cubicBezTo>
                  <a:pt x="116190" y="85476"/>
                  <a:pt x="151398" y="70015"/>
                  <a:pt x="188733" y="63636"/>
                </a:cubicBezTo>
                <a:close/>
                <a:moveTo>
                  <a:pt x="553091" y="116437"/>
                </a:moveTo>
                <a:cubicBezTo>
                  <a:pt x="552623" y="121047"/>
                  <a:pt x="551857" y="125620"/>
                  <a:pt x="550798" y="130130"/>
                </a:cubicBezTo>
                <a:cubicBezTo>
                  <a:pt x="550203" y="132767"/>
                  <a:pt x="549610" y="135403"/>
                  <a:pt x="548761" y="137955"/>
                </a:cubicBezTo>
                <a:cubicBezTo>
                  <a:pt x="547911" y="140506"/>
                  <a:pt x="547147" y="142377"/>
                  <a:pt x="546299" y="144588"/>
                </a:cubicBezTo>
                <a:cubicBezTo>
                  <a:pt x="535431" y="169242"/>
                  <a:pt x="519423" y="191281"/>
                  <a:pt x="499350" y="209225"/>
                </a:cubicBezTo>
                <a:lnTo>
                  <a:pt x="497312" y="211266"/>
                </a:lnTo>
                <a:cubicBezTo>
                  <a:pt x="469033" y="238099"/>
                  <a:pt x="438718" y="262695"/>
                  <a:pt x="406641" y="284832"/>
                </a:cubicBezTo>
                <a:cubicBezTo>
                  <a:pt x="396030" y="292316"/>
                  <a:pt x="385248" y="299545"/>
                  <a:pt x="374380" y="306689"/>
                </a:cubicBezTo>
                <a:cubicBezTo>
                  <a:pt x="366485" y="311877"/>
                  <a:pt x="358587" y="316891"/>
                  <a:pt x="350521" y="321824"/>
                </a:cubicBezTo>
                <a:lnTo>
                  <a:pt x="345858" y="324633"/>
                </a:lnTo>
                <a:cubicBezTo>
                  <a:pt x="314160" y="344757"/>
                  <a:pt x="279887" y="360490"/>
                  <a:pt x="243978" y="371408"/>
                </a:cubicBezTo>
                <a:cubicBezTo>
                  <a:pt x="221055" y="377956"/>
                  <a:pt x="196096" y="381530"/>
                  <a:pt x="173599" y="373622"/>
                </a:cubicBezTo>
                <a:cubicBezTo>
                  <a:pt x="135395" y="360269"/>
                  <a:pt x="114168" y="315275"/>
                  <a:pt x="119261" y="274877"/>
                </a:cubicBezTo>
                <a:cubicBezTo>
                  <a:pt x="122087" y="252003"/>
                  <a:pt x="131635" y="230483"/>
                  <a:pt x="146687" y="213051"/>
                </a:cubicBezTo>
                <a:cubicBezTo>
                  <a:pt x="168846" y="187537"/>
                  <a:pt x="200681" y="173245"/>
                  <a:pt x="229970" y="156492"/>
                </a:cubicBezTo>
                <a:cubicBezTo>
                  <a:pt x="264748" y="136812"/>
                  <a:pt x="296800" y="112651"/>
                  <a:pt x="325309" y="84626"/>
                </a:cubicBezTo>
                <a:cubicBezTo>
                  <a:pt x="329469" y="80544"/>
                  <a:pt x="333375" y="76125"/>
                  <a:pt x="337280" y="72213"/>
                </a:cubicBezTo>
                <a:lnTo>
                  <a:pt x="337705" y="72213"/>
                </a:lnTo>
                <a:cubicBezTo>
                  <a:pt x="344327" y="65069"/>
                  <a:pt x="350694" y="57755"/>
                  <a:pt x="357231" y="50525"/>
                </a:cubicBezTo>
                <a:cubicBezTo>
                  <a:pt x="363665" y="43344"/>
                  <a:pt x="370495" y="36529"/>
                  <a:pt x="377691" y="30114"/>
                </a:cubicBezTo>
                <a:cubicBezTo>
                  <a:pt x="382537" y="25903"/>
                  <a:pt x="387672" y="22038"/>
                  <a:pt x="393058" y="18548"/>
                </a:cubicBezTo>
                <a:cubicBezTo>
                  <a:pt x="400567" y="13792"/>
                  <a:pt x="408638" y="9993"/>
                  <a:pt x="417084" y="7236"/>
                </a:cubicBezTo>
                <a:cubicBezTo>
                  <a:pt x="438344" y="443"/>
                  <a:pt x="461118" y="0"/>
                  <a:pt x="482625" y="5960"/>
                </a:cubicBezTo>
                <a:cubicBezTo>
                  <a:pt x="486892" y="7164"/>
                  <a:pt x="491088" y="8612"/>
                  <a:pt x="495190" y="10298"/>
                </a:cubicBezTo>
                <a:cubicBezTo>
                  <a:pt x="498951" y="11827"/>
                  <a:pt x="502561" y="13706"/>
                  <a:pt x="505972" y="15911"/>
                </a:cubicBezTo>
                <a:cubicBezTo>
                  <a:pt x="519907" y="24869"/>
                  <a:pt x="531285" y="37294"/>
                  <a:pt x="538997" y="51971"/>
                </a:cubicBezTo>
                <a:cubicBezTo>
                  <a:pt x="541012" y="55611"/>
                  <a:pt x="542826" y="59359"/>
                  <a:pt x="544431" y="63198"/>
                </a:cubicBezTo>
                <a:cubicBezTo>
                  <a:pt x="547602" y="70728"/>
                  <a:pt x="549993" y="78565"/>
                  <a:pt x="551562" y="86586"/>
                </a:cubicBezTo>
                <a:cubicBezTo>
                  <a:pt x="551562" y="86586"/>
                  <a:pt x="551562" y="87351"/>
                  <a:pt x="551562" y="87776"/>
                </a:cubicBezTo>
                <a:cubicBezTo>
                  <a:pt x="553308" y="97223"/>
                  <a:pt x="553821" y="106858"/>
                  <a:pt x="553091" y="116437"/>
                </a:cubicBezTo>
                <a:close/>
              </a:path>
            </a:pathLst>
          </a:custGeom>
          <a:noFill/>
          <a:ln w="12544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3001" y="2294502"/>
            <a:ext cx="1217085" cy="49176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Shantell Sans"/>
              </a:rPr>
              <a:t>Inefficiency in
the digital era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3875" y="2294502"/>
            <a:ext cx="1399199" cy="49176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Shantell Sans"/>
              </a:rPr>
              <a:t>Manual roll calls
waste 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96902" y="2093780"/>
            <a:ext cx="1351218" cy="73765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Shantell Sans"/>
              </a:rPr>
              <a:t>Hard to analyze
attendance
patterns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15117" y="5204971"/>
            <a:ext cx="1323401" cy="49176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Shantell Sans"/>
              </a:rPr>
              <a:t>Cannot identify
at-risk students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69280" y="1591976"/>
            <a:ext cx="988455" cy="73765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DE8431"/>
                </a:solidFill>
                <a:latin typeface="Shantell Sans"/>
              </a:rPr>
              <a:t>Time-
Consuming
Processes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29295" y="1391254"/>
            <a:ext cx="1086407" cy="73765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3CC583"/>
                </a:solidFill>
                <a:latin typeface="Shantell Sans"/>
              </a:rPr>
              <a:t>Difficult
Attendance
Analysis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7734" y="915375"/>
            <a:ext cx="6232416" cy="29271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484848"/>
                </a:solidFill>
                <a:latin typeface="Shantell Sans"/>
              </a:rPr>
              <a:t>Inefficient Attendance Tracking Hinders Student Success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24602" y="4502444"/>
            <a:ext cx="1086407" cy="73765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E0CB15"/>
                </a:solidFill>
                <a:latin typeface="Shantell Sans"/>
              </a:rPr>
              <a:t>Inaccurate
Attendance
Records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75945" y="4502444"/>
            <a:ext cx="1001727" cy="73765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EABDA"/>
                </a:solidFill>
                <a:latin typeface="Shantell Sans"/>
              </a:rPr>
              <a:t>Lack of
Actionable
Insights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67704" y="5204971"/>
            <a:ext cx="1400244" cy="73765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Shantell Sans"/>
              </a:rPr>
              <a:t>Errors and proxy
attendance
prevalent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2347" y="1792697"/>
            <a:ext cx="978419" cy="49176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4E88E7"/>
                </a:solidFill>
                <a:latin typeface="Shantell Sans"/>
              </a:rPr>
              <a:t>Outdated
Technology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575364" y="2979355"/>
            <a:ext cx="377218" cy="386124"/>
          </a:xfrm>
          <a:custGeom>
            <a:avLst/>
            <a:gdLst/>
            <a:ahLst/>
            <a:cxnLst/>
            <a:rect l="0" t="0" r="0" b="0"/>
            <a:pathLst>
              <a:path w="377218" h="386124">
                <a:moveTo>
                  <a:pt x="98086" y="188220"/>
                </a:moveTo>
                <a:lnTo>
                  <a:pt x="188176" y="188220"/>
                </a:lnTo>
                <a:lnTo>
                  <a:pt x="253695" y="270115"/>
                </a:lnTo>
                <a:moveTo>
                  <a:pt x="290528" y="327438"/>
                </a:moveTo>
                <a:cubicBezTo>
                  <a:pt x="290525" y="341232"/>
                  <a:pt x="301707" y="352415"/>
                  <a:pt x="315501" y="352415"/>
                </a:cubicBezTo>
                <a:cubicBezTo>
                  <a:pt x="329295" y="352415"/>
                  <a:pt x="340477" y="341232"/>
                  <a:pt x="340474" y="327438"/>
                </a:cubicBezTo>
                <a:cubicBezTo>
                  <a:pt x="340477" y="313644"/>
                  <a:pt x="329295" y="302460"/>
                  <a:pt x="315501" y="302460"/>
                </a:cubicBezTo>
                <a:cubicBezTo>
                  <a:pt x="301707" y="302460"/>
                  <a:pt x="290525" y="313644"/>
                  <a:pt x="290528" y="327438"/>
                </a:cubicBezTo>
                <a:moveTo>
                  <a:pt x="6038" y="141670"/>
                </a:moveTo>
                <a:cubicBezTo>
                  <a:pt x="11258" y="121003"/>
                  <a:pt x="19957" y="101375"/>
                  <a:pt x="31764" y="83627"/>
                </a:cubicBezTo>
                <a:moveTo>
                  <a:pt x="71774" y="40556"/>
                </a:moveTo>
                <a:cubicBezTo>
                  <a:pt x="88417" y="27205"/>
                  <a:pt x="107307" y="16930"/>
                  <a:pt x="127558" y="10213"/>
                </a:cubicBezTo>
                <a:moveTo>
                  <a:pt x="185467" y="177"/>
                </a:moveTo>
                <a:cubicBezTo>
                  <a:pt x="206771" y="0"/>
                  <a:pt x="227961" y="3316"/>
                  <a:pt x="248192" y="9996"/>
                </a:cubicBezTo>
                <a:moveTo>
                  <a:pt x="300179" y="37294"/>
                </a:moveTo>
                <a:cubicBezTo>
                  <a:pt x="317294" y="50003"/>
                  <a:pt x="332178" y="65469"/>
                  <a:pt x="344221" y="83059"/>
                </a:cubicBezTo>
                <a:moveTo>
                  <a:pt x="368960" y="136434"/>
                </a:moveTo>
                <a:cubicBezTo>
                  <a:pt x="374837" y="156931"/>
                  <a:pt x="377218" y="178273"/>
                  <a:pt x="376002" y="199561"/>
                </a:cubicBezTo>
                <a:moveTo>
                  <a:pt x="363390" y="256951"/>
                </a:moveTo>
                <a:cubicBezTo>
                  <a:pt x="356059" y="275931"/>
                  <a:pt x="345417" y="293459"/>
                  <a:pt x="331960" y="308720"/>
                </a:cubicBezTo>
                <a:moveTo>
                  <a:pt x="258078" y="362982"/>
                </a:moveTo>
                <a:cubicBezTo>
                  <a:pt x="200104" y="386124"/>
                  <a:pt x="134429" y="379028"/>
                  <a:pt x="82736" y="344037"/>
                </a:cubicBezTo>
                <a:cubicBezTo>
                  <a:pt x="31044" y="309046"/>
                  <a:pt x="54" y="250709"/>
                  <a:pt x="0" y="188287"/>
                </a:cubicBezTo>
              </a:path>
            </a:pathLst>
          </a:custGeom>
          <a:noFill/>
          <a:ln w="12544">
            <a:solidFill>
              <a:srgbClr val="DE84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085292" y="2982042"/>
            <a:ext cx="374413" cy="371268"/>
          </a:xfrm>
          <a:custGeom>
            <a:avLst/>
            <a:gdLst/>
            <a:ahLst/>
            <a:cxnLst/>
            <a:rect l="0" t="0" r="0" b="0"/>
            <a:pathLst>
              <a:path w="374413" h="371268">
                <a:moveTo>
                  <a:pt x="279220" y="38070"/>
                </a:moveTo>
                <a:cubicBezTo>
                  <a:pt x="279220" y="59095"/>
                  <a:pt x="296265" y="76140"/>
                  <a:pt x="317291" y="76140"/>
                </a:cubicBezTo>
                <a:cubicBezTo>
                  <a:pt x="338316" y="76140"/>
                  <a:pt x="355361" y="59095"/>
                  <a:pt x="355361" y="38070"/>
                </a:cubicBezTo>
                <a:cubicBezTo>
                  <a:pt x="355361" y="17044"/>
                  <a:pt x="338316" y="0"/>
                  <a:pt x="317291" y="0"/>
                </a:cubicBezTo>
                <a:cubicBezTo>
                  <a:pt x="296265" y="0"/>
                  <a:pt x="279220" y="17044"/>
                  <a:pt x="279220" y="38070"/>
                </a:cubicBezTo>
                <a:moveTo>
                  <a:pt x="374413" y="157048"/>
                </a:moveTo>
                <a:cubicBezTo>
                  <a:pt x="373879" y="125886"/>
                  <a:pt x="348466" y="100903"/>
                  <a:pt x="317299" y="100903"/>
                </a:cubicBezTo>
                <a:cubicBezTo>
                  <a:pt x="286132" y="100903"/>
                  <a:pt x="260719" y="125886"/>
                  <a:pt x="260185" y="157048"/>
                </a:cubicBezTo>
                <a:moveTo>
                  <a:pt x="279220" y="252223"/>
                </a:moveTo>
                <a:cubicBezTo>
                  <a:pt x="279220" y="273249"/>
                  <a:pt x="296265" y="290294"/>
                  <a:pt x="317291" y="290294"/>
                </a:cubicBezTo>
                <a:cubicBezTo>
                  <a:pt x="338316" y="290294"/>
                  <a:pt x="355361" y="273249"/>
                  <a:pt x="355361" y="252223"/>
                </a:cubicBezTo>
                <a:cubicBezTo>
                  <a:pt x="355361" y="231198"/>
                  <a:pt x="338316" y="214153"/>
                  <a:pt x="317291" y="214153"/>
                </a:cubicBezTo>
                <a:cubicBezTo>
                  <a:pt x="296265" y="214153"/>
                  <a:pt x="279220" y="231198"/>
                  <a:pt x="279220" y="252223"/>
                </a:cubicBezTo>
                <a:moveTo>
                  <a:pt x="374413" y="371268"/>
                </a:moveTo>
                <a:cubicBezTo>
                  <a:pt x="373879" y="340106"/>
                  <a:pt x="348466" y="315124"/>
                  <a:pt x="317299" y="315124"/>
                </a:cubicBezTo>
                <a:cubicBezTo>
                  <a:pt x="286132" y="315124"/>
                  <a:pt x="260719" y="340106"/>
                  <a:pt x="260185" y="371268"/>
                </a:cubicBezTo>
                <a:moveTo>
                  <a:pt x="0" y="214822"/>
                </a:moveTo>
                <a:cubicBezTo>
                  <a:pt x="0" y="279488"/>
                  <a:pt x="52422" y="331910"/>
                  <a:pt x="117087" y="331910"/>
                </a:cubicBezTo>
                <a:cubicBezTo>
                  <a:pt x="181753" y="331910"/>
                  <a:pt x="234175" y="279488"/>
                  <a:pt x="234175" y="214822"/>
                </a:cubicBezTo>
                <a:cubicBezTo>
                  <a:pt x="234175" y="150156"/>
                  <a:pt x="181753" y="97734"/>
                  <a:pt x="117087" y="97734"/>
                </a:cubicBezTo>
                <a:cubicBezTo>
                  <a:pt x="52422" y="97734"/>
                  <a:pt x="0" y="150156"/>
                  <a:pt x="0" y="214822"/>
                </a:cubicBezTo>
                <a:moveTo>
                  <a:pt x="39993" y="302939"/>
                </a:moveTo>
                <a:lnTo>
                  <a:pt x="117087" y="214822"/>
                </a:lnTo>
                <a:lnTo>
                  <a:pt x="117087" y="97734"/>
                </a:lnTo>
                <a:moveTo>
                  <a:pt x="234175" y="214822"/>
                </a:moveTo>
                <a:lnTo>
                  <a:pt x="117087" y="214822"/>
                </a:lnTo>
              </a:path>
            </a:pathLst>
          </a:custGeom>
          <a:noFill/>
          <a:ln w="12544">
            <a:solidFill>
              <a:srgbClr val="3CC5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605891" y="2975284"/>
            <a:ext cx="351263" cy="384717"/>
          </a:xfrm>
          <a:custGeom>
            <a:avLst/>
            <a:gdLst/>
            <a:ahLst/>
            <a:cxnLst/>
            <a:rect l="0" t="0" r="0" b="0"/>
            <a:pathLst>
              <a:path w="351263" h="384717">
                <a:moveTo>
                  <a:pt x="33453" y="0"/>
                </a:moveTo>
                <a:lnTo>
                  <a:pt x="317809" y="0"/>
                </a:lnTo>
                <a:cubicBezTo>
                  <a:pt x="317809" y="0"/>
                  <a:pt x="334536" y="0"/>
                  <a:pt x="334536" y="16726"/>
                </a:cubicBezTo>
                <a:lnTo>
                  <a:pt x="334536" y="250902"/>
                </a:lnTo>
                <a:cubicBezTo>
                  <a:pt x="334536" y="250902"/>
                  <a:pt x="334536" y="267629"/>
                  <a:pt x="317809" y="267629"/>
                </a:cubicBezTo>
                <a:lnTo>
                  <a:pt x="33453" y="267629"/>
                </a:lnTo>
                <a:cubicBezTo>
                  <a:pt x="33453" y="267629"/>
                  <a:pt x="16726" y="267629"/>
                  <a:pt x="16726" y="250902"/>
                </a:cubicBezTo>
                <a:lnTo>
                  <a:pt x="16726" y="16726"/>
                </a:lnTo>
                <a:cubicBezTo>
                  <a:pt x="16726" y="16726"/>
                  <a:pt x="16726" y="0"/>
                  <a:pt x="33453" y="0"/>
                </a:cubicBezTo>
                <a:moveTo>
                  <a:pt x="50180" y="33453"/>
                </a:moveTo>
                <a:lnTo>
                  <a:pt x="50180" y="217448"/>
                </a:lnTo>
                <a:lnTo>
                  <a:pt x="301082" y="217448"/>
                </a:lnTo>
                <a:lnTo>
                  <a:pt x="301082" y="33453"/>
                </a:lnTo>
                <a:close/>
                <a:moveTo>
                  <a:pt x="16726" y="301082"/>
                </a:moveTo>
                <a:lnTo>
                  <a:pt x="334536" y="301082"/>
                </a:lnTo>
                <a:cubicBezTo>
                  <a:pt x="343774" y="301082"/>
                  <a:pt x="351263" y="308571"/>
                  <a:pt x="351263" y="317809"/>
                </a:cubicBezTo>
                <a:lnTo>
                  <a:pt x="351263" y="376353"/>
                </a:lnTo>
                <a:cubicBezTo>
                  <a:pt x="351263" y="380972"/>
                  <a:pt x="347518" y="384717"/>
                  <a:pt x="342900" y="384717"/>
                </a:cubicBezTo>
                <a:lnTo>
                  <a:pt x="8363" y="384717"/>
                </a:lnTo>
                <a:cubicBezTo>
                  <a:pt x="3744" y="384717"/>
                  <a:pt x="0" y="380972"/>
                  <a:pt x="0" y="376353"/>
                </a:cubicBezTo>
                <a:lnTo>
                  <a:pt x="0" y="317809"/>
                </a:lnTo>
                <a:cubicBezTo>
                  <a:pt x="0" y="308571"/>
                  <a:pt x="7488" y="301082"/>
                  <a:pt x="16726" y="301082"/>
                </a:cubicBezTo>
                <a:close/>
                <a:moveTo>
                  <a:pt x="234175" y="334536"/>
                </a:moveTo>
                <a:lnTo>
                  <a:pt x="317809" y="334536"/>
                </a:lnTo>
                <a:moveTo>
                  <a:pt x="192358" y="330354"/>
                </a:moveTo>
                <a:cubicBezTo>
                  <a:pt x="194668" y="330354"/>
                  <a:pt x="196540" y="332227"/>
                  <a:pt x="196540" y="334536"/>
                </a:cubicBezTo>
                <a:moveTo>
                  <a:pt x="188176" y="334536"/>
                </a:moveTo>
                <a:cubicBezTo>
                  <a:pt x="188176" y="332227"/>
                  <a:pt x="190049" y="330354"/>
                  <a:pt x="192358" y="330354"/>
                </a:cubicBezTo>
                <a:moveTo>
                  <a:pt x="188176" y="334536"/>
                </a:moveTo>
                <a:cubicBezTo>
                  <a:pt x="188176" y="336846"/>
                  <a:pt x="190049" y="338718"/>
                  <a:pt x="192358" y="338718"/>
                </a:cubicBezTo>
                <a:moveTo>
                  <a:pt x="192358" y="338718"/>
                </a:moveTo>
                <a:cubicBezTo>
                  <a:pt x="194668" y="338718"/>
                  <a:pt x="196540" y="336846"/>
                  <a:pt x="196540" y="334536"/>
                </a:cubicBezTo>
                <a:moveTo>
                  <a:pt x="218970" y="90475"/>
                </a:moveTo>
                <a:cubicBezTo>
                  <a:pt x="220718" y="88736"/>
                  <a:pt x="221610" y="86314"/>
                  <a:pt x="221407" y="83857"/>
                </a:cubicBezTo>
                <a:cubicBezTo>
                  <a:pt x="221203" y="81400"/>
                  <a:pt x="219926" y="79157"/>
                  <a:pt x="217917" y="77729"/>
                </a:cubicBezTo>
                <a:cubicBezTo>
                  <a:pt x="193619" y="60463"/>
                  <a:pt x="160228" y="64209"/>
                  <a:pt x="140361" y="86430"/>
                </a:cubicBezTo>
                <a:cubicBezTo>
                  <a:pt x="120494" y="108650"/>
                  <a:pt x="120494" y="142251"/>
                  <a:pt x="140361" y="164472"/>
                </a:cubicBezTo>
                <a:cubicBezTo>
                  <a:pt x="160228" y="186693"/>
                  <a:pt x="193619" y="190439"/>
                  <a:pt x="217917" y="173172"/>
                </a:cubicBezTo>
                <a:cubicBezTo>
                  <a:pt x="219926" y="171744"/>
                  <a:pt x="221203" y="169502"/>
                  <a:pt x="221407" y="167044"/>
                </a:cubicBezTo>
                <a:cubicBezTo>
                  <a:pt x="221610" y="164587"/>
                  <a:pt x="220718" y="162166"/>
                  <a:pt x="218970" y="160427"/>
                </a:cubicBezTo>
                <a:lnTo>
                  <a:pt x="183995" y="125451"/>
                </a:lnTo>
                <a:close/>
              </a:path>
            </a:pathLst>
          </a:custGeom>
          <a:noFill/>
          <a:ln w="12544">
            <a:solidFill>
              <a:srgbClr val="4E88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775447" y="3807444"/>
            <a:ext cx="384717" cy="317809"/>
          </a:xfrm>
          <a:custGeom>
            <a:avLst/>
            <a:gdLst/>
            <a:ahLst/>
            <a:cxnLst/>
            <a:rect l="0" t="0" r="0" b="0"/>
            <a:pathLst>
              <a:path w="384717" h="317809">
                <a:moveTo>
                  <a:pt x="192358" y="301082"/>
                </a:moveTo>
                <a:lnTo>
                  <a:pt x="16726" y="301082"/>
                </a:lnTo>
                <a:cubicBezTo>
                  <a:pt x="7488" y="301082"/>
                  <a:pt x="0" y="293594"/>
                  <a:pt x="0" y="284356"/>
                </a:cubicBezTo>
                <a:lnTo>
                  <a:pt x="0" y="16726"/>
                </a:lnTo>
                <a:cubicBezTo>
                  <a:pt x="0" y="7488"/>
                  <a:pt x="7488" y="0"/>
                  <a:pt x="16726" y="0"/>
                </a:cubicBezTo>
                <a:lnTo>
                  <a:pt x="334536" y="0"/>
                </a:lnTo>
                <a:cubicBezTo>
                  <a:pt x="343774" y="0"/>
                  <a:pt x="351263" y="7488"/>
                  <a:pt x="351263" y="16726"/>
                </a:cubicBezTo>
                <a:lnTo>
                  <a:pt x="351263" y="132141"/>
                </a:lnTo>
                <a:moveTo>
                  <a:pt x="33453" y="142178"/>
                </a:moveTo>
                <a:lnTo>
                  <a:pt x="50180" y="158904"/>
                </a:lnTo>
                <a:lnTo>
                  <a:pt x="100360" y="108724"/>
                </a:lnTo>
                <a:moveTo>
                  <a:pt x="125451" y="150541"/>
                </a:moveTo>
                <a:lnTo>
                  <a:pt x="183995" y="150541"/>
                </a:lnTo>
                <a:moveTo>
                  <a:pt x="150541" y="117087"/>
                </a:moveTo>
                <a:lnTo>
                  <a:pt x="200721" y="117087"/>
                </a:lnTo>
                <a:moveTo>
                  <a:pt x="0" y="66907"/>
                </a:moveTo>
                <a:lnTo>
                  <a:pt x="351263" y="66907"/>
                </a:lnTo>
                <a:moveTo>
                  <a:pt x="200721" y="209570"/>
                </a:moveTo>
                <a:cubicBezTo>
                  <a:pt x="200721" y="251409"/>
                  <a:pt x="234638" y="285326"/>
                  <a:pt x="276477" y="285326"/>
                </a:cubicBezTo>
                <a:cubicBezTo>
                  <a:pt x="318316" y="285326"/>
                  <a:pt x="352233" y="251409"/>
                  <a:pt x="352233" y="209570"/>
                </a:cubicBezTo>
                <a:cubicBezTo>
                  <a:pt x="352233" y="167731"/>
                  <a:pt x="318316" y="133814"/>
                  <a:pt x="276477" y="133814"/>
                </a:cubicBezTo>
                <a:cubicBezTo>
                  <a:pt x="234638" y="133814"/>
                  <a:pt x="200721" y="167731"/>
                  <a:pt x="200721" y="209570"/>
                </a:cubicBezTo>
                <a:close/>
                <a:moveTo>
                  <a:pt x="384717" y="317809"/>
                </a:moveTo>
                <a:lnTo>
                  <a:pt x="330388" y="263481"/>
                </a:lnTo>
              </a:path>
            </a:pathLst>
          </a:custGeom>
          <a:noFill/>
          <a:ln w="12544">
            <a:solidFill>
              <a:srgbClr val="E0CB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329414" y="3769879"/>
            <a:ext cx="281270" cy="393009"/>
          </a:xfrm>
          <a:custGeom>
            <a:avLst/>
            <a:gdLst/>
            <a:ahLst/>
            <a:cxnLst/>
            <a:rect l="0" t="0" r="0" b="0"/>
            <a:pathLst>
              <a:path w="281270" h="393009">
                <a:moveTo>
                  <a:pt x="281230" y="142107"/>
                </a:moveTo>
                <a:cubicBezTo>
                  <a:pt x="281178" y="75986"/>
                  <a:pt x="232842" y="19816"/>
                  <a:pt x="167468" y="9908"/>
                </a:cubicBezTo>
                <a:cubicBezTo>
                  <a:pt x="102094" y="0"/>
                  <a:pt x="39284" y="39324"/>
                  <a:pt x="19642" y="102460"/>
                </a:cubicBezTo>
                <a:cubicBezTo>
                  <a:pt x="0" y="165596"/>
                  <a:pt x="29415" y="233612"/>
                  <a:pt x="88872" y="262540"/>
                </a:cubicBezTo>
                <a:lnTo>
                  <a:pt x="88872" y="334465"/>
                </a:lnTo>
                <a:cubicBezTo>
                  <a:pt x="88872" y="343703"/>
                  <a:pt x="96360" y="351192"/>
                  <a:pt x="105598" y="351192"/>
                </a:cubicBezTo>
                <a:lnTo>
                  <a:pt x="189233" y="351192"/>
                </a:lnTo>
                <a:cubicBezTo>
                  <a:pt x="198470" y="351192"/>
                  <a:pt x="205959" y="343703"/>
                  <a:pt x="205959" y="334465"/>
                </a:cubicBezTo>
                <a:lnTo>
                  <a:pt x="205959" y="262540"/>
                </a:lnTo>
                <a:cubicBezTo>
                  <a:pt x="252040" y="240120"/>
                  <a:pt x="281270" y="193352"/>
                  <a:pt x="281230" y="142107"/>
                </a:cubicBezTo>
                <a:close/>
                <a:moveTo>
                  <a:pt x="105598" y="351192"/>
                </a:moveTo>
                <a:lnTo>
                  <a:pt x="189233" y="351192"/>
                </a:lnTo>
                <a:lnTo>
                  <a:pt x="189233" y="351192"/>
                </a:lnTo>
                <a:lnTo>
                  <a:pt x="189233" y="376282"/>
                </a:lnTo>
                <a:cubicBezTo>
                  <a:pt x="189233" y="385520"/>
                  <a:pt x="181744" y="393009"/>
                  <a:pt x="172506" y="393009"/>
                </a:cubicBezTo>
                <a:lnTo>
                  <a:pt x="122325" y="393009"/>
                </a:lnTo>
                <a:cubicBezTo>
                  <a:pt x="113087" y="393009"/>
                  <a:pt x="105598" y="385520"/>
                  <a:pt x="105598" y="376282"/>
                </a:cubicBezTo>
                <a:lnTo>
                  <a:pt x="105598" y="351192"/>
                </a:lnTo>
                <a:close/>
                <a:moveTo>
                  <a:pt x="205959" y="301012"/>
                </a:moveTo>
                <a:lnTo>
                  <a:pt x="88872" y="301012"/>
                </a:lnTo>
              </a:path>
            </a:pathLst>
          </a:custGeom>
          <a:noFill/>
          <a:ln w="12544">
            <a:solidFill>
              <a:srgbClr val="1EABDA"/>
            </a:solidFill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