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934" y="10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41455-A4BE-7D17-6C63-84EA93EC84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672F92-2F1A-EC30-EC90-5C99FA911E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83E4B-094A-7B3A-229C-D206C4A59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8E7BA-B8AC-4560-A699-4FE721BEED4E}" type="datetimeFigureOut">
              <a:rPr lang="en-IN" smtClean="0"/>
              <a:t>30-05-2025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DFCA25-E3F5-018E-A3D0-25C71E3FB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F4289-8447-4548-9DBF-3B04307CD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B0074-E4BC-4135-99B8-6F0E7DB4C3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6210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262F4-754D-C6DF-9B15-EF0775252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B2C63-264A-0C38-C13A-4B8C9A634F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C21EC-E3AA-4FBB-9ABD-ECC4B25C0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8E7BA-B8AC-4560-A699-4FE721BEED4E}" type="datetimeFigureOut">
              <a:rPr lang="en-IN" smtClean="0"/>
              <a:t>30-05-2025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B6E1A-1CF2-40B7-8D1B-C193C3917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818BC7-F658-940D-1435-F02539402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B0074-E4BC-4135-99B8-6F0E7DB4C3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1450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F3710-2C15-C716-C03C-F322F2812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A8AE71-A948-9581-56BF-C44106F1FB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CEAB8-CBED-DBBB-701E-A7885AE31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8E7BA-B8AC-4560-A699-4FE721BEED4E}" type="datetimeFigureOut">
              <a:rPr lang="en-IN" smtClean="0"/>
              <a:t>30-05-2025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BA1D61-97C5-7101-0C59-AD380597C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2B6AF8-EF25-0D2A-9EDC-A4B568D66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B0074-E4BC-4135-99B8-6F0E7DB4C3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4627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383C6-2B4A-0032-3563-0AEB48F64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BC752-AC1B-04B9-6DA6-F88AB41C8D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A06480-87D0-9A56-30F4-B22F5107D7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7D8B56-0F2C-F217-FAF2-DAB736B00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8E7BA-B8AC-4560-A699-4FE721BEED4E}" type="datetimeFigureOut">
              <a:rPr lang="en-IN" smtClean="0"/>
              <a:t>30-05-2025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55522B-7964-0138-6258-317178AAA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05B930-2DCA-5E15-40E1-80B385B47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B0074-E4BC-4135-99B8-6F0E7DB4C3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4025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37A93-A661-E4B3-A82C-5956F94DC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5E3DB7-3B45-4469-FC09-D0CAC6085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4C34B1-582C-0652-4CB1-3B615860A8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9DB28D-6E5A-6515-6E79-13BF87DA0C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20A28D-1125-D826-1FAB-CDDE85F0BD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480958-09BC-805F-F77A-AC8530574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8E7BA-B8AC-4560-A699-4FE721BEED4E}" type="datetimeFigureOut">
              <a:rPr lang="en-IN" smtClean="0"/>
              <a:t>30-05-2025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60C9CB-4F25-E418-78E1-11785029D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A6E3BE-0A5F-7E8A-94F7-0A986265E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B0074-E4BC-4135-99B8-6F0E7DB4C3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9378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FA94B-4CBD-BBF5-0AA5-A2F4106C8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A4F13C-E3F8-1F2E-6604-14FEAC142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8E7BA-B8AC-4560-A699-4FE721BEED4E}" type="datetimeFigureOut">
              <a:rPr lang="en-IN" smtClean="0"/>
              <a:t>30-05-2025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00DA0E-0FD2-136E-EC65-64CDD31A1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6211F1-3165-ED7D-FAA6-B2A5CF3B2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B0074-E4BC-4135-99B8-6F0E7DB4C3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811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D435D2-8D74-8117-6619-22779C8A7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8E7BA-B8AC-4560-A699-4FE721BEED4E}" type="datetimeFigureOut">
              <a:rPr lang="en-IN" smtClean="0"/>
              <a:t>30-05-2025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69538C-1BF1-79E3-9316-FB7412913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24C48E-BAFE-C429-FCDE-934BD112C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B0074-E4BC-4135-99B8-6F0E7DB4C3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7507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B5AF7-9356-5FD7-392B-AAC750C64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4714EE-41A4-0F44-7773-E6FF8D8500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239D3D-E895-94CC-B771-F9C2F69A1A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9FBD20-8E69-2F60-5BEE-D86E7C74F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8E7BA-B8AC-4560-A699-4FE721BEED4E}" type="datetimeFigureOut">
              <a:rPr lang="en-IN" smtClean="0"/>
              <a:t>30-05-2025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70AF37-B147-53DD-D53A-17B18A4F3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D44481-9C2E-DFA9-A177-41BDB091D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B0074-E4BC-4135-99B8-6F0E7DB4C3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6146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6766C-C889-7810-715A-A5077F5CE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FEA3EE-7949-8A88-4EF6-3D69000A52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42D21A-D416-872A-9471-84661DA9CA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D623C-04A2-B2D9-8A62-23AA5A37E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8E7BA-B8AC-4560-A699-4FE721BEED4E}" type="datetimeFigureOut">
              <a:rPr lang="en-IN" smtClean="0"/>
              <a:t>30-05-2025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83969C-51BF-7E59-5B03-FF1C3E7BA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73420C-3C6B-7E2F-3C0D-085489726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B0074-E4BC-4135-99B8-6F0E7DB4C3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7151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58A13-E973-679C-F01F-4AC88CE1F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76AAA3-5B17-A2DA-C118-0B9A7F14D0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C9F300-D3F3-1FA6-F793-17472F353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8E7BA-B8AC-4560-A699-4FE721BEED4E}" type="datetimeFigureOut">
              <a:rPr lang="en-IN" smtClean="0"/>
              <a:t>30-05-2025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650038-296A-689F-726A-23F798141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B696AF-059A-10AC-DA42-FABABDC68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B0074-E4BC-4135-99B8-6F0E7DB4C3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1066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FF1E12-5079-EBAE-72F9-7DDA9C5AA8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65D06B-250F-2CAF-37BB-769C17E61E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C78A0A-1C14-DECE-8F70-E9535A3AE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8E7BA-B8AC-4560-A699-4FE721BEED4E}" type="datetimeFigureOut">
              <a:rPr lang="en-IN" smtClean="0"/>
              <a:t>30-05-2025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6B5DC0-EABA-396C-F149-690F9BB6A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D68515-5B63-19C6-14D1-AC61F75A7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B0074-E4BC-4135-99B8-6F0E7DB4C3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1166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D4FAD7-8207-64F0-11BD-B3806E354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15A684-7D56-80A7-FEB2-1E4C4519B7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756F21-5A0D-121C-1C59-535AF4F362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38E7BA-B8AC-4560-A699-4FE721BEED4E}" type="datetimeFigureOut">
              <a:rPr lang="en-IN" smtClean="0"/>
              <a:t>30-05-2025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05DDAD-9187-FD1D-B8D2-8668D7184A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B5491-1486-1506-03F3-6538F6DF83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FB0074-E4BC-4135-99B8-6F0E7DB4C3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7530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A342B43-447D-F04B-B2F3-AEA2E40F29D2}"/>
              </a:ext>
            </a:extLst>
          </p:cNvPr>
          <p:cNvSpPr txBox="1"/>
          <p:nvPr/>
        </p:nvSpPr>
        <p:spPr>
          <a:xfrm>
            <a:off x="1889677" y="2693655"/>
            <a:ext cx="8412646" cy="3471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of Student: Pruthviraj Mahendra Gawande</a:t>
            </a:r>
          </a:p>
          <a:p>
            <a:pPr>
              <a:lnSpc>
                <a:spcPct val="150000"/>
              </a:lnSpc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 No:36</a:t>
            </a:r>
          </a:p>
          <a:p>
            <a:pPr>
              <a:lnSpc>
                <a:spcPct val="150000"/>
              </a:lnSpc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 :Computer Engineering</a:t>
            </a:r>
          </a:p>
          <a:p>
            <a:pPr>
              <a:lnSpc>
                <a:spcPct val="150000"/>
              </a:lnSpc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Division : D</a:t>
            </a:r>
          </a:p>
          <a:p>
            <a:pPr>
              <a:lnSpc>
                <a:spcPct val="150000"/>
              </a:lnSpc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No: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B41698-81C9-CE1F-1E34-23305EF144CC}"/>
              </a:ext>
            </a:extLst>
          </p:cNvPr>
          <p:cNvSpPr txBox="1"/>
          <p:nvPr/>
        </p:nvSpPr>
        <p:spPr>
          <a:xfrm>
            <a:off x="828260" y="379195"/>
            <a:ext cx="10813774" cy="20868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Proficiency-II (HS1080)</a:t>
            </a:r>
          </a:p>
          <a:p>
            <a:pPr algn="ctr">
              <a:lnSpc>
                <a:spcPct val="150000"/>
              </a:lnSpc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FY- SEM II- 2024-2025</a:t>
            </a:r>
          </a:p>
          <a:p>
            <a:pPr algn="ctr">
              <a:lnSpc>
                <a:spcPct val="150000"/>
              </a:lnSpc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Semester Review</a:t>
            </a:r>
          </a:p>
        </p:txBody>
      </p:sp>
      <p:pic>
        <p:nvPicPr>
          <p:cNvPr id="8" name="Picture 7" descr="Vishwakarma_Institute_of_Technology.png">
            <a:extLst>
              <a:ext uri="{FF2B5EF4-FFF2-40B4-BE49-F238E27FC236}">
                <a16:creationId xmlns:a16="http://schemas.microsoft.com/office/drawing/2014/main" id="{403A1B9B-F4B7-D710-C327-FDC63007CC2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51113" cy="1592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739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B02D2-760D-4A11-6724-A1E7CFB6E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670" y="-100168"/>
            <a:ext cx="10860156" cy="1094082"/>
          </a:xfrm>
        </p:spPr>
        <p:txBody>
          <a:bodyPr>
            <a:normAutofit fontScale="90000"/>
          </a:bodyPr>
          <a:lstStyle/>
          <a:p>
            <a:pPr algn="ctr"/>
            <a: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Assignment IV: </a:t>
            </a:r>
            <a:b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b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lang="en-US" sz="2700" kern="1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 Management: Use of Time Management tools</a:t>
            </a:r>
            <a:endParaRPr lang="en-IN" sz="2400" b="1" dirty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0AC1B3-80B4-E442-67EC-2736BB487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262" y="1094082"/>
            <a:ext cx="11519452" cy="5763918"/>
          </a:xfrm>
        </p:spPr>
        <p:txBody>
          <a:bodyPr>
            <a:normAutofit/>
          </a:bodyPr>
          <a:lstStyle/>
          <a:p>
            <a:pPr algn="just">
              <a:lnSpc>
                <a:spcPct val="110000"/>
              </a:lnSpc>
              <a:spcAft>
                <a:spcPts val="800"/>
              </a:spcAft>
            </a:pPr>
            <a: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Objective: </a:t>
            </a:r>
            <a:r>
              <a:rPr lang="en-IN" sz="2400" kern="100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To be able </a:t>
            </a:r>
            <a:r>
              <a:rPr lang="en-IN" sz="2400" kern="1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learn the Time Management </a:t>
            </a:r>
            <a:r>
              <a:rPr lang="en-US" sz="2400" kern="1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Strategies and use of Time Management tools </a:t>
            </a:r>
          </a:p>
          <a:p>
            <a:pPr algn="just">
              <a:lnSpc>
                <a:spcPct val="110000"/>
              </a:lnSpc>
              <a:spcAft>
                <a:spcPts val="800"/>
              </a:spcAft>
            </a:pPr>
            <a: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Outcome: </a:t>
            </a:r>
            <a:r>
              <a:rPr lang="en-IN" sz="2400" kern="1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 time management tools. </a:t>
            </a:r>
          </a:p>
          <a:p>
            <a:pPr algn="just">
              <a:lnSpc>
                <a:spcPct val="110000"/>
              </a:lnSpc>
            </a:pP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Students Learning through writing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lnSpc>
                <a:spcPct val="11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Strategy Summarization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Learners can write summaries of various time management strategies, reinforcing their understanding and enabling them to compare methods.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Reflective Writing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Students can reflect on their current time management habits and identify areas that need improvement through journaling or self-assessment prompts.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Action Plans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Through structured writing tasks, students can create personal time management plans, setting specific goals and outlining steps to implement learned strategies.</a:t>
            </a:r>
          </a:p>
          <a:p>
            <a:pPr algn="just">
              <a:lnSpc>
                <a:spcPct val="15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sz="1400" dirty="0">
              <a:latin typeface="CIDFont+F3"/>
            </a:endParaRPr>
          </a:p>
          <a:p>
            <a:pPr>
              <a:lnSpc>
                <a:spcPct val="150000"/>
              </a:lnSpc>
            </a:pPr>
            <a:endParaRPr lang="en-US" sz="1800" dirty="0">
              <a:latin typeface="CIDFont+F3"/>
            </a:endParaRPr>
          </a:p>
          <a:p>
            <a:pPr>
              <a:lnSpc>
                <a:spcPct val="150000"/>
              </a:lnSpc>
            </a:pPr>
            <a:endParaRPr lang="en-US" sz="1800" dirty="0">
              <a:latin typeface="CIDFont+F3"/>
            </a:endParaRPr>
          </a:p>
          <a:p>
            <a:pPr>
              <a:lnSpc>
                <a:spcPct val="150000"/>
              </a:lnSpc>
            </a:pPr>
            <a:endParaRPr lang="en-IN" dirty="0"/>
          </a:p>
        </p:txBody>
      </p:sp>
      <p:pic>
        <p:nvPicPr>
          <p:cNvPr id="4" name="Picture 3" descr="Vishwakarma_Institute_of_Technology.png">
            <a:extLst>
              <a:ext uri="{FF2B5EF4-FFF2-40B4-BE49-F238E27FC236}">
                <a16:creationId xmlns:a16="http://schemas.microsoft.com/office/drawing/2014/main" id="{46324226-4E1E-5B85-9844-99F66253CEA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838200" cy="99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522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953C1-3A97-1D78-7737-51CC0984C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48507-D3E9-A186-39E2-35DD2DC1C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7105" y="84206"/>
            <a:ext cx="10860156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Assignment V: </a:t>
            </a:r>
            <a:b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lang="en-US" sz="2400" kern="1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Discussion: Techniques and rules and regulations during GD, Do’s and don’ts in GD.  </a:t>
            </a:r>
            <a:br>
              <a:rPr lang="en-IN" sz="2400" kern="100" dirty="0">
                <a:solidFill>
                  <a:srgbClr val="00206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n-IN" sz="2400" b="1" dirty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5A118-1E83-4984-CE4B-5142C55D75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809" y="1131073"/>
            <a:ext cx="11519452" cy="5864087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Objective: </a:t>
            </a:r>
            <a:r>
              <a:rPr lang="en-IN" sz="2400" kern="100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To learn the </a:t>
            </a:r>
            <a:r>
              <a:rPr lang="en-IN" sz="2400" kern="1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skills by </a:t>
            </a:r>
            <a:r>
              <a:rPr lang="en-US" sz="2400" kern="1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participating in Group Discussion and evaluate the same. </a:t>
            </a:r>
            <a:endParaRPr lang="en-IN" sz="2400" kern="1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Outcome: </a:t>
            </a:r>
            <a:r>
              <a:rPr lang="en-US" sz="2400" b="1" kern="1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kern="1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articipate in Group Discussion and evaluate the same.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Students Learning through writing and presentation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Critical Evaluation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Learners write a short analysis evaluating the effectiveness of their group discussion and their own participation.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Skills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Students present their understanding of AI, incorporating points from the discussion to demonstrate comprehension and communication skills.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Feedback Integration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Learners revise their write-ups or presentations based on peer and instructor feedback to improve clarity and depth.</a:t>
            </a:r>
          </a:p>
          <a:p>
            <a:pPr algn="just">
              <a:lnSpc>
                <a:spcPct val="15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sz="1400" dirty="0">
              <a:latin typeface="CIDFont+F3"/>
            </a:endParaRPr>
          </a:p>
          <a:p>
            <a:pPr>
              <a:lnSpc>
                <a:spcPct val="150000"/>
              </a:lnSpc>
            </a:pPr>
            <a:endParaRPr lang="en-US" sz="1800" dirty="0">
              <a:latin typeface="CIDFont+F3"/>
            </a:endParaRPr>
          </a:p>
          <a:p>
            <a:pPr>
              <a:lnSpc>
                <a:spcPct val="150000"/>
              </a:lnSpc>
            </a:pPr>
            <a:endParaRPr lang="en-US" sz="1800" dirty="0">
              <a:latin typeface="CIDFont+F3"/>
            </a:endParaRPr>
          </a:p>
          <a:p>
            <a:pPr>
              <a:lnSpc>
                <a:spcPct val="150000"/>
              </a:lnSpc>
            </a:pPr>
            <a:endParaRPr lang="en-IN" dirty="0"/>
          </a:p>
        </p:txBody>
      </p:sp>
      <p:pic>
        <p:nvPicPr>
          <p:cNvPr id="4" name="Picture 3" descr="Vishwakarma_Institute_of_Technology.png">
            <a:extLst>
              <a:ext uri="{FF2B5EF4-FFF2-40B4-BE49-F238E27FC236}">
                <a16:creationId xmlns:a16="http://schemas.microsoft.com/office/drawing/2014/main" id="{C062D095-FE26-0450-F808-0836D3FEC40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838200" cy="99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350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277DB-15E8-6DC0-DBBC-E97BC9747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9D5A4-84F0-38D7-C881-6DF5F71CD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7105" y="84206"/>
            <a:ext cx="10860156" cy="993913"/>
          </a:xfrm>
        </p:spPr>
        <p:txBody>
          <a:bodyPr>
            <a:normAutofit/>
          </a:bodyPr>
          <a:lstStyle/>
          <a:p>
            <a:pPr algn="ctr"/>
            <a: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Assignment VI: </a:t>
            </a:r>
            <a:b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lang="en-IN" sz="2400" dirty="0">
                <a:solidFill>
                  <a:srgbClr val="002060"/>
                </a:solidFill>
                <a:latin typeface="Times New Roman" panose="02020603050405020304" pitchFamily="18" charset="0"/>
              </a:rPr>
              <a:t>Job Interviews: preparation, demonstration</a:t>
            </a:r>
            <a:endParaRPr lang="en-IN" sz="2400" b="1" dirty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6197F-D68C-B804-034B-547BB08C50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1" y="993913"/>
            <a:ext cx="11519452" cy="5864087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Objective: </a:t>
            </a:r>
            <a:r>
              <a:rPr lang="en-IN" sz="2400" kern="100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To learn various interview skills 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Outcome: </a:t>
            </a:r>
            <a:r>
              <a:rPr lang="en-IN" sz="2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IN" sz="2400" dirty="0">
                <a:solidFill>
                  <a:schemeClr val="accent2"/>
                </a:solidFill>
                <a:latin typeface="Times New Roman" panose="02020603050405020304" pitchFamily="18" charset="0"/>
              </a:rPr>
              <a:t>evelop Interview skills.  </a:t>
            </a:r>
            <a:endParaRPr lang="en-US" sz="24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Students Learning through writing/presentation/SKIT etc.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lnSpc>
                <a:spcPct val="15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Resume Writing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Students create professional resumes and cover letters tailored to specific job roles.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Mock Interviews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Learners participate in role-play or skit-based interview scenarios to simulate real interview experiences.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Feedback &amp; Reflection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Students write reflections on their performance, identifying strengths and areas for improvement.</a:t>
            </a:r>
          </a:p>
          <a:p>
            <a:pPr algn="just">
              <a:lnSpc>
                <a:spcPct val="15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sz="2300" dirty="0">
              <a:latin typeface="CIDFont+F3"/>
            </a:endParaRPr>
          </a:p>
          <a:p>
            <a:pPr>
              <a:lnSpc>
                <a:spcPct val="150000"/>
              </a:lnSpc>
            </a:pPr>
            <a:endParaRPr lang="en-US" sz="1800" dirty="0">
              <a:latin typeface="CIDFont+F3"/>
            </a:endParaRPr>
          </a:p>
          <a:p>
            <a:pPr>
              <a:lnSpc>
                <a:spcPct val="150000"/>
              </a:lnSpc>
            </a:pPr>
            <a:endParaRPr lang="en-US" sz="1800" dirty="0">
              <a:latin typeface="CIDFont+F3"/>
            </a:endParaRPr>
          </a:p>
          <a:p>
            <a:pPr>
              <a:lnSpc>
                <a:spcPct val="150000"/>
              </a:lnSpc>
            </a:pPr>
            <a:endParaRPr lang="en-IN" dirty="0"/>
          </a:p>
        </p:txBody>
      </p:sp>
      <p:pic>
        <p:nvPicPr>
          <p:cNvPr id="4" name="Picture 3" descr="Vishwakarma_Institute_of_Technology.png">
            <a:extLst>
              <a:ext uri="{FF2B5EF4-FFF2-40B4-BE49-F238E27FC236}">
                <a16:creationId xmlns:a16="http://schemas.microsoft.com/office/drawing/2014/main" id="{7F8F1B2F-05C9-42FC-6865-A6A59B55100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838200" cy="99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4134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445</TotalTime>
  <Words>354</Words>
  <Application>Microsoft Office PowerPoint</Application>
  <PresentationFormat>Widescreen</PresentationFormat>
  <Paragraphs>47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Aptos</vt:lpstr>
      <vt:lpstr>Arial</vt:lpstr>
      <vt:lpstr>Calibri</vt:lpstr>
      <vt:lpstr>Calibri Light</vt:lpstr>
      <vt:lpstr>CIDFont+F3</vt:lpstr>
      <vt:lpstr>Times New Roman</vt:lpstr>
      <vt:lpstr>Office Theme</vt:lpstr>
      <vt:lpstr>PowerPoint Presentation</vt:lpstr>
      <vt:lpstr>Assignment IV:   Time Management: Use of Time Management tools</vt:lpstr>
      <vt:lpstr>Assignment V:  Group Discussion: Techniques and rules and regulations during GD, Do’s and don’ts in GD.   </vt:lpstr>
      <vt:lpstr>Assignment VI:  Job Interviews: preparation, demonstration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Preeti Kulkarni</dc:creator>
  <cp:lastModifiedBy>Pruthviraj Gawande</cp:lastModifiedBy>
  <cp:revision>12</cp:revision>
  <dcterms:created xsi:type="dcterms:W3CDTF">2024-12-04T14:28:20Z</dcterms:created>
  <dcterms:modified xsi:type="dcterms:W3CDTF">2025-05-30T04:08:29Z</dcterms:modified>
</cp:coreProperties>
</file>