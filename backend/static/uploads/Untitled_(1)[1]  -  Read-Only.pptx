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3.xml" ContentType="application/inkml+xml"/>
  <Override PartName="/ppt/notesSlides/notesSlide13.xml" ContentType="application/vnd.openxmlformats-officedocument.presentationml.notesSlide+xml"/>
  <Override PartName="/ppt/ink/ink14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5.xml" ContentType="application/inkml+xml"/>
  <Override PartName="/ppt/notesSlides/notesSlide16.xml" ContentType="application/vnd.openxmlformats-officedocument.presentationml.notesSlide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66" r:id="rId2"/>
    <p:sldId id="267" r:id="rId3"/>
    <p:sldId id="268" r:id="rId4"/>
    <p:sldId id="270" r:id="rId5"/>
    <p:sldId id="272" r:id="rId6"/>
    <p:sldId id="273" r:id="rId7"/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4630400" cy="8229600"/>
  <p:notesSz cx="8229600" cy="14630400"/>
  <p:embeddedFontLst>
    <p:embeddedFont>
      <p:font typeface="DM Sans Medium" pitchFamily="2" charset="0"/>
      <p:regular r:id="rId19"/>
    </p:embeddedFont>
    <p:embeddedFont>
      <p:font typeface="Inter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3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7T14:22:37.711"/>
    </inkml:context>
    <inkml:brush xml:id="br0">
      <inkml:brushProperty name="width" value="0.2" units="cm"/>
      <inkml:brushProperty name="height" value="0.2" units="cm"/>
      <inkml:brushProperty name="color" value="#2D3133"/>
    </inkml:brush>
  </inkml:definitions>
  <inkml:trace contextRef="#ctx0" brushRef="#br0">1230 529 24575,'-605'36'0,"566"-33"0,-2 1 0,-120 10 0,-182 39 0,308-43 0,30-6 0,9-1 0,9-1 0,0 0 0,0-1 0,1 0 0,-1-1 0,22-3 0,3 1 0,629-73-346,-539 57-61,-7 2 288,451-84 88,-532 88 31,-37 7-19,-10 3 0,-17 2 207,-59 17 160,-139 49-1,171-49-289,37-13-58,-65 21 0,1 2 0,-130 68 0,183-79 0,25-16 0,0 0 0,-1 0 0,1 0 0,0 0 0,0 1 0,-1-1 0,1 0 0,0 0 0,0 0 0,0 0 0,-1 0 0,1 0 0,0 1 0,0-1 0,0 0 0,-1 0 0,1 0 0,0 1 0,0-1 0,0 0 0,0 0 0,0 0 0,0 1 0,-1-1 0,1 0 0,0 0 0,0 1 0,0-1 0,0 0 0,0 0 0,0 1 0,0-1 0,0 0 0,0 0 0,0 0 0,0 1 0,0-1 0,0 0 0,0 0 0,0 1 0,1-1 0,-1 0 0,0 0 0,0 1 0,0-1 0,0 0 0,0 0 0,0 0 0,1 1 0,-1-1 0,0 0 0,0 0 0,0 0 0,1 0 0,-1 1 0,0-1 0,0 0 0,0 0 0,1 0 0,-1 0 0,0 0 0,0 0 0,1 0 0,-1 0 0,21 2 0,43-9 0,1-2 0,-1-3 0,67-21 0,-116 29 0,336-104 0,-343 105 0,-4 2 0,0 0 0,0-1 0,0 1 0,0-1 0,0 0 0,0 0 0,0 0 0,0-1 0,-1 1 0,1-1 0,-1 0 0,0 0 0,3-4 0,-6 7 0,1-1 0,-1 1 0,0-1 0,0 1 0,0 0 0,0-1 0,0 1 0,0-1 0,0 1 0,0 0 0,0-1 0,0 1 0,0 0 0,0-1 0,-1 1 0,1-1 0,0 1 0,0 0 0,0-1 0,0 1 0,-1 0 0,1-1 0,0 1 0,0 0 0,-1-1 0,1 1 0,0 0 0,-1 0 0,1-1 0,0 1 0,-1 0 0,1 0 0,0 0 0,-1-1 0,1 1 0,0 0 0,-1 0 0,1 0 0,0 0 0,-1 0 0,-10-3 0,0 0 0,0 1 0,0 0 0,0 1 0,0 0 0,-15 1 0,1 0 0,-592-1 0,353 4 0,296-2 0,-21 0 0,1-1 0,-1 0 0,0 0 0,0-1 0,0 0 0,15-5 0,-26 6 0,1 0 0,-1 0 0,1 0 0,-1 0 0,0 0 0,1 0 0,-1 0 0,1 0 0,-1 0 0,1-1 0,-1 1 0,0 0 0,1 0 0,-1 0 0,1-1 0,-1 1 0,0 0 0,1-1 0,-1 1 0,0 0 0,1-1 0,-1 1 0,0 0 0,0-1 0,1 1 0,-1-1 0,0 1 0,0 0 0,0-1 0,1 1 0,-1-1 0,0 1 0,0-1 0,0 1 0,0-1 0,0 1 0,0-1 0,0 1 0,0-1 0,0 1 0,0 0 0,0-1 0,0 1 0,-1-1 0,1 1 0,0-1 0,0 1 0,0 0 0,0-1 0,-1 1 0,1-1 0,0 1 0,-1 0 0,1-1 0,0 1 0,-1 0 0,0-1 0,-23-15 0,-24-2 0,0 2 0,-57-10 0,92 22 0,19 2 0,23 1 0,344 31 0,-576-31 0,334-18 0,180-49 0,-231 49 0,-56 14 0,23-6 0,-44 10 0,0 0 0,0 0 0,-1 0 0,1 0 0,0 0 0,-1-1 0,1 1 0,-1-1 0,1 0 0,-1 0 0,4-3 0,-6 5 0,0 0 0,0-1 0,0 1 0,0 0 0,0-1 0,0 1 0,0 0 0,0-1 0,0 1 0,0 0 0,0 0 0,0-1 0,0 1 0,0 0 0,-1-1 0,1 1 0,0 0 0,0 0 0,0-1 0,0 1 0,0 0 0,-1 0 0,1-1 0,0 1 0,0 0 0,0 0 0,-1-1 0,1 1 0,0 0 0,0 0 0,-1 0 0,1 0 0,0 0 0,0-1 0,-1 1 0,1 0 0,0 0 0,-1 0 0,1 0 0,0 0 0,0 0 0,-1 0 0,1 0 0,0 0 0,-1 0 0,1 0 0,-19-3 0,-21-1 0,-1 3 0,1 1 0,-48 7 0,-119 27 0,187-29 0,20-5 0,0 0 0,0 0 0,0 0 0,0 0 0,0 0 0,0 0 0,0 0 0,0 0 0,0 0 0,0 0 0,1 0 0,-1 0 0,0 0 0,0 0 0,0 0 0,0 1 0,0-1 0,0 0 0,0 0 0,0 0 0,0 0 0,0 0 0,0 0 0,0 0 0,0 0 0,0 0 0,0 0 0,0 0 0,37-3 0,147-19 0,387-27 0,-553 50 0,-15 3 0,-29 8 0,-288 66 0,-54 19 0,347-86 0,21-11 0,0 0 0,-1 0 0,1 0 0,0 0 0,0 1 0,0-1 0,0 0 0,0 0 0,0 0 0,0 0 0,0 1 0,0-1 0,0 0 0,0 0 0,0 0 0,0 1 0,0-1 0,0 0 0,0 0 0,0 0 0,0 0 0,0 1 0,0-1 0,0 0 0,0 0 0,0 0 0,0 1 0,1-1 0,-1 0 0,0 0 0,0 0 0,0 0 0,0 0 0,0 1 0,0-1 0,1 0 0,-1 0 0,0 0 0,0 0 0,0 0 0,0 0 0,1 0 0,-1 0 0,0 0 0,0 1 0,0-1 0,0 0 0,1 0 0,-1 0 0,0 0 0,6 1 0,1 0 0,-1 0 0,0 0 0,0-1 0,9 0 0,237-23 0,-91 6 0,736-50-629,-872 66 629,-25 1 0,0 1 0,0-1 0,0 0 0,0 0 0,0 0 0,0 0 0,0 0 0,0 0 0,0 0 0,0 0 0,-1 0 0,1 0 0,0 0 0,0 0 0,0 0 0,0 0 0,0 1 0,0-1 0,0 0 0,0 0 0,0 0 0,0 0 0,0 0 0,0 0 0,0 0 0,0 0 0,0 0 0,0 0 0,0 0 0,0 1 0,0-1 0,0 0 0,1 0 0,-1 0 0,0 0 0,0 0 0,0 0 0,0 0 0,0 0 0,0 0 0,0 0 0,0 0 0,0 0 0,0 0 0,-42 12 0,15-6 0,-1239 398-172,1224-386 172,43-18 0,-1 0 0,0 0 0,0 0 0,1 0 0,-1 0 0,0 0 0,0 0 0,0 0 0,1 1 0,-1-1 0,0 0 0,0 0 0,0 0 0,0 0 0,1 0 0,-1 0 0,0 1 0,0-1 0,0 0 0,0 0 0,0 0 0,1 1 0,-1-1 0,0 0 0,0 0 0,0 0 0,0 1 0,0-1 0,0 0 0,0 0 0,0 0 0,0 1 0,0-1 0,0 0 0,0 0 0,0 0 0,0 1 0,0-1 0,0 0 0,0 0 0,0 1 0,0-1 0,0 0 0,0 0 0,0 0 0,-1 1 0,1-1 0,0 0 0,0 0 0,0 0 0,0 0 0,0 1 0,0-1 0,-1 0 0,1 0 0,20 1 0,0-1 0,0-1 0,0-1 0,0 0 0,29-8 0,-7 2 0,167-33 0,158-30-471,664-132-177,-746 138 533,-263 60 115,-14 4 0,-1-1 0,1 0 0,-1 0 0,0-1 0,1 1 0,-1-2 0,-1 1 0,13-9 0,-18 8 0,-11 3 0,-11 3 258,-1 0 0,2 2-1,-1 0 1,-31 12 0,26-9 22,-630 215-863,11 37 157,594-238 426,-2 0 0,-59 33 0,99-44 0,13-10 0,0 1 0,0-1 0,0 0 0,0 0 0,0 0 0,0 0 0,0 1 0,0-1 0,0 0 0,0 0 0,0 0 0,0 0 0,0 1 0,0-1 0,0 0 0,0 0 0,1 0 0,-1 0 0,0 0 0,0 1 0,0-1 0,0 0 0,0 0 0,0 0 0,1 0 0,-1 0 0,0 0 0,0 0 0,0 0 0,0 0 0,1 0 0,-1 1 0,0-1 0,0 0 0,0 0 0,0 0 0,1 0 0,-1 0 0,0 0 0,0 0 0,0 0 0,0 0 0,1-1 0,-1 1 0,0 0 0,0 0 0,0 0 0,0 0 0,1 0 0,-1 0 0,0 0 0,0 0 0,31-4 0,-1-1 0,0-1 0,47-17 0,-23 8 0,793-277 836,-840 289-836,11-3 0,0-1 0,-1-1 0,0-1 0,0-1 0,16-12 0,-31 21 0,0-1 0,0 1 0,-1-1 0,1 0 0,0 0 0,-1 0 0,0 1 0,1-1 0,0-4 0,-1 5 0,-1 1 0,0-1 0,0 0 0,0 0 0,1 0 0,-1 1 0,0-1 0,0 0 0,0 0 0,0 1 0,0-1 0,-1 0 0,1 0 0,0 1 0,0-1 0,0 0 0,-1 0 0,1 1 0,0-1 0,-1-1 0,-1 0 0,-1 0 0,1 0 0,0 0 0,-1 1 0,1-1 0,-1 1 0,1-1 0,-1 1 0,0 0 0,0 0 0,1 0 0,-1 0 0,0 1 0,-4-1 0,-20-4 91,1 2 1,0 2-1,-42 1 1,-82 16 221,100-10-353,-151 21 40,1 9 0,-216 67 0,404-99 0,1-2 0,1 1 0,-1 1 0,1 0 0,0 0 0,0 1 0,0 0 0,-16 13 0,27-18 0,-1-1 0,0 1 0,0 0 0,1 0 0,-1 0 0,0 0 0,0 0 0,0 0 0,1 1 0,-1-1 0,0 0 0,0 0 0,1 0 0,-1 0 0,0 0 0,0 0 0,0 0 0,1 0 0,-1 0 0,0 1 0,0-1 0,0 0 0,0 0 0,1 0 0,-1 0 0,0 1 0,0-1 0,0 0 0,0 0 0,0 0 0,0 1 0,1-1 0,-1 0 0,0 0 0,0 0 0,0 1 0,0-1 0,0 0 0,0 0 0,0 1 0,0-1 0,0 0 0,0 0 0,0 0 0,0 1 0,0-1 0,0 0 0,0 0 0,0 1 0,-1-1 0,1 0 0,0 0 0,0 0 0,0 1 0,0-1 0,0 0 0,0 0 0,-1 0 0,1 0 0,0 1 0,0-1 0,0 0 0,0 0 0,-1 0 0,1 0 0,19 1 0,-1-2 0,1 0 0,-1-1 0,30-8 0,4 0 0,443-97-533,-2-27-73,-446 121 599,-1 0 7,21-5 0,-1-2 0,115-52 0,-182 72 32,-11 11 595,12-11-620,0 0 0,0 0 0,0-1 0,1 1-1,-1 0 1,0 0 0,0 0 0,1 0 0,-1 0 0,0 0 0,0 0 0,1 0 0,-1 0 0,0 0 0,0 0 0,0 0 0,1 0 0,-1 0 0,0 1 0,0-1 0,1 0 0,-1 0 0,0 0 0,0 0 0,0 0 0,0 0 0,1 1 0,-1-1 0,0 0 0,0 0 0,0 0 0,0 0 0,1 1-1,-1-1 1,0 0 0,0 0 0,0 0 0,0 1 0,0-1 0,0 0 0,0 0 0,0 1 0,0-1 0,0 0 0,0 0 0,0 0 0,0 1 0,0-1 0,0 0 0,0 0 0,0 1 0,0-1 0,0 0 0,0 0 0,0 0 0,0 1 0,0-1 0,0 0 0,0 0 0,0 1 0,-1-1-1,1 0 1,0 0 0,0 0 0,0 0 0,0 1 0,-1-1 0,1 0 0,0 0 0,10-1-7,1 0 0,0 0 0,-1-1 0,1-1 0,18-6 0,-6 2 0,147-48 0,291-136 0,-446 184 0,-6 3 0,0 0 0,-1-1 0,1 0 0,-1 0 0,0-1 0,8-7 0,-16 13 0,0 0 0,1-1 0,-1 1 0,0 0 0,0-1 0,1 1 0,-1 0 0,0-1 0,0 1 0,0 0 0,1-1 0,-1 1 0,0 0 0,0-1 0,0 1 0,0 0 0,0-1 0,0 1 0,0-1 0,0 1 0,0 0 0,0-1 0,0 1 0,0 0 0,0-1 0,0 1 0,0-1 0,0 1 0,0 0 0,-1-1 0,1 1 0,0 0 0,0-1 0,0 1 0,-1 0 0,1-1 0,0 1 0,0 0 0,-1 0 0,1-1 0,0 1 0,-1 0 0,1 0 0,0-1 0,-1 1 0,1 0 0,0 0 0,-1 0 0,1 0 0,0 0 0,-1 0 0,1-1 0,0 1 0,-2 0 0,-25-5 0,26 5 0,-34-2 0,0 2 0,0 1 0,0 2 0,-49 10 0,-139 41 0,213-51 0,-32 8 0,-68 21 0,96-27 0,0 1 0,0 0 0,1 1 0,-1 0 0,-14 13 0,26-19 0,0 0 0,0 0 0,1 0 0,-1 1 0,1-1 0,-1 0 0,1 1 0,0 0 0,-1-1 0,1 1 0,0 0 0,0-1 0,0 1 0,0 0 0,1 0 0,-1 0 0,0 0 0,1 0 0,-1 0 0,1 0 0,0 2 0,0-2 0,1 0 0,-1 0 0,1 0 0,0-1 0,-1 1 0,1 0 0,0-1 0,0 1 0,1 0 0,-1-1 0,0 0 0,0 1 0,1-1 0,-1 0 0,1 1 0,-1-1 0,1 0 0,1 1 0,9 4 0,-1 0 0,1-1 0,0-1 0,0 0 0,19 4 0,26 2 0,0-1 0,1-3 0,0-3 0,99-7 0,-157 4 0,9-1 0,0 1 0,1-2 0,-1 1 0,0-1 0,0-1 0,17-6 0,-26 9 0,1 0 0,0 0 0,-1-1 0,1 1 0,0 0 0,-1-1 0,1 1 0,0 0 0,-1-1 0,1 1 0,0-1 0,-1 1 0,1-1 0,-1 1 0,1-1 0,-1 1 0,1-1 0,-1 0 0,0 1 0,1-1 0,-1 0 0,0 1 0,1-1 0,-1 0 0,0 1 0,0-1 0,0 0 0,1 0 0,-1 1 0,0-1 0,0 0 0,0 0 0,0 1 0,0-1 0,-1 0 0,1 0 0,0 1 0,0-1 0,0 0 0,-1 1 0,1-1 0,0 0 0,-1 1 0,1-1 0,0 0 0,-1 1 0,1-1 0,-1 1 0,1-1 0,-1 0 0,0 1 0,1 0 0,-1-1 0,1 1 0,-2-1 0,-3-3 0,-1 1 0,1 0 0,0 0 0,-1 1 0,-11-4 0,-13-1 0,0 1 0,0 2 0,-1 1 0,1 1 0,-49 3 0,4 6 0,-85 19 0,73-7 0,-120 42 0,160-44 0,0 2 0,2 3 0,0 1 0,-44 32 0,76-46 0,1 0 0,1 1 0,0 1 0,-18 21 0,26-28 0,0 0 0,0 1 0,1-1 0,-1 1 0,1-1 0,0 1 0,-2 10 0,3-13 0,1 1 0,0-1 0,-1 1 0,1-1 0,0 1 0,1-1 0,-1 1 0,0-1 0,1 1 0,-1-1 0,1 0 0,0 1 0,0-1 0,0 0 0,0 1 0,0-1 0,2 2 0,3 2 0,0 0 0,0 0 0,1-1 0,0 0 0,0 0 0,0 0 0,1-1 0,-1 0 0,1-1 0,0 0 0,0 0 0,13 2 0,15 4 2,0-2-1,1-1 1,0-2 0,0-1-1,0-3 1,64-6-1,6-8-73,111-29 0,172-59-596,-303 75 668,-2-5 0,118-60 0,-195 88 0,39-23 0,-44 25 0,0 0 0,0 0 0,-1-1 0,1 1 0,0 0 0,-1-1 0,0 0 0,1 0 0,-1 1 0,3-7 0,-5 9 0,0-1 0,0 0 0,0 1 0,0-1 1,0 0-1,0 1 0,0-1 0,0 0 0,0 0 0,0 1 0,0-1 0,0 0 0,0 1 0,-1-1 0,1 0 0,0 1 0,0-1 0,-1 1 0,1-1 0,0 0 0,-1 1 0,1-1 0,-1 1 0,1-1 0,-1 1 0,1-1 0,-1 1 0,1 0 0,-1-1 0,1 1 0,-1-1 1,0 1-1,1 0 0,-1 0 0,1-1 0,-1 1 0,0 0 0,1 0 0,-1 0 0,0 0 0,1 0 0,-1 0 0,-1 0 0,-35-3 132,1 6 100,0 1 1,-58 14-1,-73 30-297,75-20 100,28-10-35,-149 48 0,169-46 0,33-10 0,14-3 0,26 0 0,28-2 0,95-4 0,63-17 0,-159 11 0,-22 2 0,61-3 0,0-5 0,169-42 0,-258 51 0,-1 0 0,1 0 0,-1 0 0,0-1 0,0 0 0,9-6 0,-14 9 0,1-1 0,0 1 0,-1-1 0,1 0 0,0 1 0,-1-1 0,1 0 0,-1 1 0,1-1 0,-1 0 0,1 0 0,-1 1 0,0-1 0,1 0 0,-1 0 0,0 0 0,0 1 0,1-1 0,-1 0 0,0 0 0,0 0 0,0 0 0,0 0 0,0 1 0,0-1 0,0 0 0,-1 0 0,1 0 0,0 0 0,0 1 0,-1-1 0,1 0 0,0 0 0,-1 0 0,1 1 0,-1-1 0,1 0 0,-1 1 0,1-1 0,-1 0 0,0 1 0,1-1 0,-1 1 0,0-1 0,1 1 0,-1-1 0,0 1 0,0-1 0,0 1 0,1 0 0,-2-1 0,-8-3 0,1-1 0,0 2 0,-1-1 0,1 1 0,-1 1 0,0 0 0,0 0 0,0 1 0,0 0 0,-18 1 0,-2 2 0,-1 1 0,-39 9 0,-161 46 0,194-47 0,2 2 0,-1 1 0,2 2 0,-41 26 0,65-36 0,0 1 0,0 0 0,0 1 0,1 0 0,0 0 0,1 1 0,-8 10 0,15-18 0,0 0 0,0 1 0,0-1 0,0 0 0,1 0 0,-1 1 0,0-1 0,1 1 0,-1-1 0,1 0 0,-1 1 0,1-1 0,0 1 0,0-1 0,-1 1 0,1-1 0,0 1 0,0-1 0,1 1 0,-1-1 0,0 1 0,0-1 0,1 1 0,-1-1 0,1 1 0,-1-1 0,1 1 0,0-1 0,-1 0 0,1 1 0,0-1 0,0 0 0,0 0 0,0 0 0,0 0 0,0 0 0,0 0 0,1 0 0,-1 0 0,2 1 0,3 1 0,1 0 0,0 0 0,0 0 0,0-1 0,0 0 0,0-1 0,12 2 0,28 1 0,1-3 0,0-1 0,90-14 0,141-43 0,-153 23 0,160-66 0,-246 81 0,-40 18 0,1 1 0,-1 0 0,1 0 0,0-1 0,-1 1 0,1 0 0,-1-1 0,1 1 0,-1 0 0,0-1 0,1 1 0,-1-1 0,1 1 0,-1 0 0,0-1 0,1 1 0,-1-1 0,0 1 0,0-1 0,1 0 0,-1 1 0,0-1 0,0 1 0,0-1 0,0 1 0,1-1 0,-1 0 0,0 1 0,0-1 0,0 0 0,-1 0 0,0 0 0,0 0 0,1 1 0,-1-1 0,0 1 0,0-1 0,0 1 0,0-1 0,1 1 0,-1-1 0,0 1 0,0 0 0,0-1 0,0 1 0,0 0 0,-2 0 0,-14-2 0,0 1 0,0 1 0,-1 0 0,1 1 0,-31 7 0,-88 26 0,108-26 0,17-5 0,-45 16 0,53-18 0,0 0 0,-1 1 0,1 0 0,1-1 0,-1 1 0,0 0 0,0 0 0,1 1 0,-1-1 0,1 1 0,0-1 0,0 1 0,-4 5 0,6-7 0,-1-1 0,1 1 0,0 0 0,0-1 0,-1 1 0,1 0 0,0-1 0,0 1 0,0 0 0,0 0 0,0-1 0,0 1 0,0 0 0,0-1 0,0 1 0,0 0 0,0-1 0,1 1 0,-1 0 0,0-1 0,0 1 0,1 0 0,-1-1 0,0 1 0,1-1 0,-1 1 0,1 0 0,-1-1 0,1 1 0,-1-1 0,1 1 0,-1-1 0,2 1 0,24 10 0,-3-6 0,0-2 0,-1 0 0,1-1 0,0-1 0,42-5 0,119-24 0,-158 24 0,455-109 0,-474 111 0,2 0 0,-1 0 0,0 0 0,0-1 0,13-7 0,-21 10 0,1 0 0,-1 0 0,0 0 0,0 0 0,0 0 0,0 0 0,0 0 0,0 0 0,0 0 0,0 0 0,0 0 0,1 0 0,-1 0 0,0 0 0,0 0 0,0 0 0,0 0 0,0 0 0,0 0 0,0 0 0,0 0 0,0 0 0,0 0 0,1 0 0,-1-1 0,0 1 0,0 0 0,0 0 0,0 0 0,0 0 0,0 0 0,0 0 0,0 0 0,0 0 0,0 0 0,0-1 0,0 1 0,0 0 0,0 0 0,0 0 0,0 0 0,0 0 0,0 0 0,0 0 0,0 0 0,0 0 0,0-1 0,0 1 0,0 0 0,0 0 0,0 0 0,0 0 0,0 0 0,0 0 0,0 0 0,0 0 0,0 0 0,0 0 0,0-1 0,-1 1 0,1 0 0,0 0 0,0 0 0,0 0 0,0 0 0,0 0 0,0 0 0,0 0 0,0 0 0,-12-1 0,-18 5 0,7 3 0,0 1 0,0 2 0,1 0 0,0 1 0,1 1 0,0 1 0,1 1 0,1 1 0,0 0 0,1 2 0,0 0 0,1 1 0,-18 26 0,31-39 0,1 0 0,0 0 0,1 0 0,-1 0 0,1 1 0,0-1 0,0 0 0,1 1 0,-2 6 0,3-11 0,0 1 0,0-1 0,0 1 0,0-1 0,0 1 0,1-1 0,-1 1 0,0-1 0,1 0 0,-1 1 0,1-1 0,-1 0 0,1 1 0,0-1 0,0 0 0,-1 0 0,1 1 0,0-1 0,0 0 0,0 0 0,0 0 0,1 0 0,-1 0 0,0 0 0,0-1 0,0 1 0,1 0 0,-1-1 0,0 1 0,1-1 0,-1 1 0,1-1 0,-1 1 0,1-1 0,-1 0 0,0 0 0,1 0 0,-1 0 0,4 0 0,-4 0 0,1 0 0,-1 0 0,1 0 0,0 0 0,-1 0 0,1 0 0,-1 0 0,1-1 0,0 1 0,-1-1 0,1 1 0,-1-1 0,1 1 0,-1-1 0,1 0 0,-1 0 0,0 0 0,1 0 0,-1 0 0,2-2 0,-3 3 0,0 0 0,1-1 0,-1 1 0,0-1 0,0 1 0,0 0 0,0-1 0,0 1 0,0-1 0,0 1 0,0-1 0,1 1 0,-2 0 0,1-1 0,0 1 0,0-1 0,0 1 0,0-1 0,0 1 0,0 0 0,0-1 0,0 1 0,-1-1 0,1 1 0,0 0 0,0-1 0,-1 0 0,-19-11 0,6 8 0,0 1 0,0 1 0,0 0 0,0 0 0,-1 1 0,-16 2 0,-88 10 0,109-9 0,0 0 0,0 0 0,-17 7 0,25-9 0,0 1 0,1-1 0,-1 1 0,1 0 0,-1-1 0,1 1 0,-1 0 0,1 0 0,-1 0 0,1 0 0,0 0 0,-1 0 0,1 0 0,0 0 0,0 1 0,0-1 0,0 0 0,0 1 0,0-1 0,0 1 0,1-1 0,-1 1 0,1-1 0,-1 1 0,1 0 0,-1-1 0,1 1 0,0 0 0,0-1 0,-1 4 0,2-3 0,0-1 0,-1 1 0,1-1 0,0 1 0,0-1 0,0 0 0,0 1 0,0-1 0,0 0 0,1 0 0,-1 0 0,0 0 0,1 0 0,-1 0 0,0 0 0,1 0 0,-1 0 0,1-1 0,-1 1 0,1 0 0,0-1 0,-1 0 0,1 1 0,0-1 0,-1 0 0,1 0 0,0 0 0,-1 0 0,3 0 0,-2 0 0,1 0 0,-1 0 0,0 0 0,1 0 0,-1-1 0,0 1 0,1-1 0,-1 0 0,0 0 0,0 1 0,0-1 0,0 0 0,0-1 0,0 1 0,0 0 0,0-1 0,0 1 0,0-1 0,-1 1 0,1-1 0,1-2 0,-2 0 0,1 1 0,-1-1 0,0 1 0,-1-1 0,1 0 0,-1 1 0,1-1 0,-1 0 0,0 1 0,0-1 0,-1 0 0,1 1 0,-1-1 0,0 0 0,0 1 0,0-1 0,0 1 0,-1-1 0,1 1 0,-1 0 0,0 0 0,0-1 0,0 1 0,0 1 0,-5-6 0,-4-4 0,-1 0 0,0 0 0,-1 1 0,-17-11 0,-10-6 0,-69-34 0,91 53 0,0 0 0,-1 2 0,0 0 0,-1 1 0,0 2 0,-28-5 0,25 11 0,44 4 0,50 2 0,1-3 0,107-6 0,-176 1 0,0-1 0,0 1 0,-1 0 0,1-1 0,0 0 0,0 0 0,0 0 0,-1 0 0,1 0 0,0 0 0,3-4 0,-5 5 0,-1 0 0,0-1 0,1 1 0,-1 0 0,0-1 0,1 1 0,-1-1 0,0 1 0,1-1 0,-1 1 0,0-1 0,0 1 0,0-1 0,0 1 0,1-1 0,-1 1 0,0-1 0,0 1 0,0-1 0,0 1 0,0-1 0,0 1 0,0-1 0,-1 0 0,1-1 0,-1 1 0,0 0 0,1 0 0,-1-1 0,0 1 0,0 0 0,0 0 0,0 0 0,0 0 0,0 0 0,-1 0 0,-1-2 0,-9-4 0,0 0 0,-1 1 0,1 1 0,-1-1 0,-1 2 0,1 0 0,-1 1 0,1 0 0,-1 1 0,-15-1 0,-6 2 0,1 1 0,-64 8 0,49-1 0,-72 20 0,106-23 0,0 1 0,0 1 0,0 0 0,1 1 0,0 1 0,0 0 0,1 0 0,-21 19 0,30-24 0,0 1 0,0 0 0,1 1 0,-1-1 0,1 1 0,0-1 0,0 1 0,1 0 0,0 0 0,0 0 0,-2 8 0,3-10 0,1 0 0,-1-1 0,1 1 0,0 0 0,0-1 0,1 1 0,-1 0 0,0 0 0,1-1 0,0 1 0,-1-1 0,1 1 0,0-1 0,0 1 0,1-1 0,-1 1 0,0-1 0,1 0 0,0 0 0,-1 1 0,1-1 0,0 0 0,0-1 0,4 4 0,3 1 0,0 0 0,1-1 0,-1 0 0,1-1 0,0 0 0,1 0 0,-1-1 0,0-1 0,1 1 0,0-2 0,11 1 0,15 0 0,69-6 0,-61 0 0,61-13 0,-89 13 0,0-1 0,-1 0 0,1-1 0,-1-1 0,-1 0 0,27-17 0,-39 22 0,0 0 0,0-1 0,-1 1 0,1 0 0,-1-1 0,1 1 0,-1-1 0,0 0 0,0 0 0,0 0 0,0 0 0,-1 0 0,1 0 0,-1-1 0,0 1 0,0 0 0,1-5 0,-2 6 0,0 0 0,0 0 0,0 0 0,-1 0 0,1 0 0,-1 0 0,1 0 0,-1 0 0,0 0 0,0 0 0,1 0 0,-1 1 0,-1-1 0,1 0 0,0 0 0,0 1 0,-1-1 0,1 1 0,-1-1 0,1 1 0,-1 0 0,0 0 0,1-1 0,-1 1 0,0 0 0,0 1 0,0-1 0,0 0 0,0 0 0,-2 0 0,-7-2 0,0 0 0,-1 1 0,1 0 0,-1 1 0,1 0 0,-1 1 0,0 0 0,1 1 0,-1 1 0,-18 3 0,5 1 0,0 2 0,0 0 0,-38 20 0,62-28 0,-29 18 0,30-18 0,-1 0 0,1 0 0,-1 1 0,1-1 0,0 0 0,-1 0 0,1 0 0,-1 1 0,1-1 0,0 0 0,-1 1 0,1-1 0,0 0 0,0 1 0,-1-1 0,1 0 0,0 1 0,0-1 0,-1 0 0,1 1 0,0-1 0,0 1 0,0-1 0,0 1 0,-1-1 0,1 0 0,0 1 0,0-1 0,0 1 0,0-1 0,0 1 0,0-1 0,0 1 0,0-1 0,1 0 0,-1 1 0,0-1 0,0 1 0,0-1 0,0 0 0,1 1 0,-1-1 0,0 1 0,0-1 0,1 0 0,-1 1 0,0-1 0,0 0 0,1 1 0,-1-1 0,0 0 0,1 0 0,-1 1 0,1-1 0,-1 0 0,0 0 0,1 1 0,-1-1 0,1 0 0,-1 0 0,1 0 0,-1 0 0,0 0 0,1 0 0,-1 0 0,2 0 0,10 3 0,0-2 0,0 1 0,1-1 0,-1-1 0,1 0 0,-1-1 0,14-3 0,90-21 0,-115 25 0,85-27 0,-76 23 0,0 0 0,-1-1 0,0 0 0,0 0 0,0-1 0,12-10 0,-19 14 0,-1 1 0,1 0 0,-1-1 0,1 1 0,-1-1 0,1 1 0,-1-1 0,0 0 0,0 1 0,0-1 0,0 0 0,0 0 0,-1 0 0,1 0 0,0 0 0,-1 0 0,1 0 0,-1 0 0,0 0 0,0 0 0,0 0 0,0 0 0,0 0 0,0 0 0,0 0 0,-1 0 0,0-4 0,-1 3 0,-1-1 0,1 1 0,0 0 0,-1 0 0,0 0 0,0 0 0,0 0 0,0 1 0,0-1 0,0 1 0,0 0 0,-1 0 0,0 0 0,-6-2 0,-23-7 0,1 2 0,-2 1 0,1 1 0,-1 2 0,-52-1 0,-79 0-252,-210 20-1,-163 52-324,150 14 577,345-73 214,1-2 1,-1-1-1,0-3 1,-54-5-1,-4 1-204,67 2-10,1 2 0,-1 0 0,1 3 0,0 0 0,-64 19 0,-1 15 0,-144 81 0,30-13 0,119-68 0,-126 34 0,184-64 0,-66 6 0,19-3 0,-6 4 0,-2-5 0,-111 0 0,166-10 0,15 1 0,0-1 0,0-1 0,0-1 0,0-1 0,1 0 0,-32-10 0,-17-13 0,73 25 0,0-1 0,0 1 0,0 0 0,0 0 0,0 0 0,0 1 0,5-1 0,27 0 0,0-2 0,63-13 0,-81 11 0,1 0 0,-1-2 0,1 0 0,-2-1 0,1-1 0,27-17 0,-34 16 0,-11 8 0,0 1 0,1-1 0,0 1 0,-1 0 0,1-1 0,0 1 0,0 0 0,0 0 0,-1 0 0,1 0 0,0 0 0,0 1 0,3-1 0,-5 1 0,1 0 0,-1 1 0,0-1 0,0 0 0,1 1 0,-1-1 0,0 0 0,0 1 0,1-1 0,-1 1 0,0-1 0,0 0 0,0 1 0,0-1 0,0 1 0,0-1 0,0 1 0,0-1 0,0 0 0,0 1 0,0-1 0,0 1 0,0-1 0,0 1 0,0-1 0,0 0 0,0 1 0,0-1 0,-1 1 0,1-1 0,0 1 0,0-1 0,-1 0 0,1 1 0,0-1 0,0 0 0,-1 1 0,-8 17 0,0-4 0,0-2 0,-1 1 0,-18 15 0,18-18 0,1-1 0,0 1 0,1 1 0,0 0 0,-8 15 0,15-25 0,0 0 0,1 0 0,-1 0 0,1 0 0,0 0 0,-1 0 0,1 0 0,0 0 0,-1 0 0,1 0 0,0 0 0,0 0 0,0 1 0,0-1 0,0 0 0,0 0 0,1 0 0,-1 0 0,0 0 0,1 0 0,-1 0 0,0 0 0,1 0 0,-1 0 0,2 2 0,-1-2 0,1 1 0,0-1 0,-1 0 0,1 0 0,0 0 0,0 0 0,0 0 0,-1 0 0,1 0 0,0 0 0,0-1 0,4 1 0,8 1 0,0 0 0,-1-2 0,20 0 0,-24-1 0,633-2 0,-439 3 0,-183-1 0,1-1 0,33-8 0,-32 5 0,0 1 0,26-1 0,107-8 0,27 0 0,-150 11 0,1-1 0,-1-2 0,0-2 0,45-14 0,-35 9 0,70-10 0,34-6 0,-100 18 0,0 1 0,52-2 0,-64 7 0,0-1 0,-1-1 0,59-20 0,40-8 0,225-43 0,-143 28 0,-34-6 0,-71 19 0,-73 26 0,-1-2 0,0-2 0,-1-1 0,56-34 0,-80 44 0,1 0 0,0 0 0,0 2 0,1-1 0,-1 1 0,1 1 0,0 0 0,-1 0 0,1 1 0,0 1 0,15 1 0,-6-1 0,0-1 0,30-5 0,-34 2 0,0 0 0,0 1 0,1 1 0,-1 0 0,1 2 0,-1 0 0,1 0 0,-1 2 0,27 5 0,-2 7 0,66 33 0,-103-45 0,0 1 0,-1 0 0,1 1 0,-1-1 0,0 1 0,0 0 0,0 0 0,-1 0 0,1 0 0,-1 0 0,0 1 0,0 0 0,0 0 0,-1 0 0,0 0 0,0 0 0,0 0 0,0 0 0,-1 1 0,1 6 0,1 12 0,-1 0 0,-1 0 0,-4 34 0,1-14 0,3 33 0,-3 56 0,1-130 0,1 1 0,-1-1 0,0 1 0,-1-1 0,1 1 0,0-1 0,-1 0 0,0 0 0,0 1 0,0-1 0,0-1 0,0 1 0,0 0 0,-1 0 0,0-1 0,1 0 0,-1 1 0,0-1 0,-6 3 0,-6 3 0,-1 0 0,1-1 0,-19 5 0,-14 6 0,35-11 0,-1 0 0,0-1 0,-1-1 0,0 0 0,0-2 0,0 1 0,-26 1 0,18-2 0,0 0 0,0 2 0,-28 9 0,27-7 0,0-1 0,-38 5 0,-109-6 0,124-6 0,1 2 0,-1 2 0,1 2 0,-79 18 0,99-16 0,-1-1 0,0-2 0,-46 3 0,-83-9 0,54-1 0,-45 2 0,-186 3 0,145 24 0,133-16 0,-105 7 0,-351-19 0,498 1 0,0 0 0,0-1 0,0-1 0,0 0 0,0-1 0,0 0 0,1-1 0,0-1 0,0 1 0,0-2 0,1 0 0,0 0 0,0-1 0,1 0 0,-18-20 0,27 27 0,0 0 0,0 0 0,0 0 0,0-1 0,0 1 0,1 0 0,-1-1 0,0 1 0,1 0 0,-1-1 0,1 1 0,0-1 0,-1 1 0,1-1 0,0 1 0,0-1 0,0 1 0,0-1 0,0 1 0,0 0 0,1-4 0,0 3 0,0-1 0,0 1 0,1 0 0,-1-1 0,0 1 0,1 0 0,0 0 0,0 0 0,-1 0 0,1 1 0,4-4 0,3-1 0,1-1 0,1 2 0,-1-1 0,21-6 0,-10 7 0,0 0 0,0 2 0,0 0 0,0 1 0,1 2 0,39 2 0,-36 0 0,0-1 0,0-1 0,0-2 0,38-6 0,-23-1 0,48-2 0,13-3 0,-87 12 0,187-32 0,-162 27 0,0-1 0,42-15 0,-50 13 0,1 1 0,0 2 0,62-7 0,-42 12 0,6 1 0,67-11 0,-80 3 0,79-25 0,-97 27 0,0 0 0,37-3 0,-39 7 0,0-1 0,0-1 0,32-12 0,-25 5 0,37-15 0,87-21 0,-55 29 0,-62 13 0,-1-1 0,56-19 0,-77 20 0,-1 0 0,1 1 0,0 1 0,0 0 0,0 1 0,1 1 0,-1 1 0,1 1 0,-1 0 0,1 1 0,-1 1 0,18 4 0,-17-2 0,0-1 0,0 1 0,0 1 0,-1 1 0,0 0 0,0 1 0,0 1 0,21 13 0,-36-19 0,0-1 0,0 0 0,-1 1 0,1-1 0,0 1 0,-1 0 0,1 0 0,-1-1 0,1 1 0,-1 0 0,0 0 0,0 0 0,0 1 0,0-1 0,0 0 0,0 0 0,-1 0 0,1 1 0,-1-1 0,1 0 0,-1 1 0,0 3 0,-1-3 0,0 0 0,0 0 0,0 0 0,0 0 0,-1-1 0,1 1 0,-1 0 0,0-1 0,0 1 0,0-1 0,0 0 0,0 1 0,0-1 0,-5 3 0,-6 4 0,0-1 0,0 0 0,-1-1 0,0 0 0,-24 6 0,-54 12 0,58-18 0,0 3 0,-34 13 0,50-16 0,0 0 0,-1-2 0,1 0 0,-1-1 0,0-1 0,0 0 0,-38-2 0,22 1 0,-63 10 0,44-4 0,-81 16 0,79-12 0,-89 6 0,101-14 0,0 3 0,-48 12 0,-15 3 0,-1 2 0,70-15 0,0-1 0,-62 5 0,66-12 0,1 1 0,-1 1 0,1 3 0,-47 12 0,56-11 0,0-2 0,0-1 0,-1 0 0,1-2 0,-38-1 0,48-4 0,12-2 0,3 3 0,0 0 0,0 0 0,0 1 0,1-1 0,-1 1 0,0-1 0,1 1 0,0 0 0,-1-1 0,3 0 0,53-30 0,-22 18 0,1 1 0,1 2 0,0 2 0,49-7 0,-13 8 0,96 3 0,177-10 0,-68-12 0,-164 16 0,30-4 0,-107 10 0,-15 2 0,1 0 0,0-2 0,39-14 0,-43 13 0,0 0 0,1 1 0,-1 0 0,1 2 0,28-1 0,104 5 0,-63 1 0,-65-2 0,36 1 0,-56-1 0,0 1 0,0-1 0,0 1 0,0 0 0,0 0 0,-1 1 0,1-1 0,0 1 0,-1 0 0,1 0 0,5 4 0,-8-5-22,-1-1-1,0 0 1,1 0 0,-1 0-1,1 1 1,-1-1 0,0 0-1,1 1 1,-1-1-1,0 0 1,1 1 0,-1-1-1,0 0 1,0 1 0,1-1-1,-1 1 1,0-1-1,0 0 1,0 1 0,1-1-1,-1 1 1,0-1-1,0 1 1,0-1 0,0 1-1,0-1 1,0 1 0,0-1-1,0 0 1,0 1-1,0-1 1,0 1 0,0-1-1,-1 1 1,1-1 0,0 1-1,0-1 1,0 0-1,-1 1 1,1-1 0,0 1-1,0-1 1,-1 0-1,1 1 1,0-1 0,-1 0-1,1 1 1,0-1 0,-1 0-1,1 0 1,0 1-1,-1-1 1,1 0 0,-1 0-1,1 0 1,-1 1-1,1-1 1,-1 0 0,1 0-1,-1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7T14:22:52.914"/>
    </inkml:context>
    <inkml:brush xml:id="br0">
      <inkml:brushProperty name="width" value="0.2" units="cm"/>
      <inkml:brushProperty name="height" value="0.2" units="cm"/>
      <inkml:brushProperty name="color" value="#2D3133"/>
    </inkml:brush>
  </inkml:definitions>
  <inkml:trace contextRef="#ctx0" brushRef="#br0">1964 0 24575,'-454'86'0,"242"-51"0,112-18 0,-162 36 0,143-32 0,116-17 0,11 1 0,10 1 0,22 0 0,0-3 0,57-1 0,-96-2 0,-930-1 0,921 0 0,0 2 0,0-1 0,0 1 0,0 0 0,-11 3 0,18-3 0,-1-1 0,0 1 0,1 0 0,-1 0 0,0-1 0,1 1 0,-1 0 0,1 0 0,0 0 0,-1 1 0,1-1 0,0 0 0,0 1 0,0-1 0,-1 0 0,2 1 0,-1-1 0,0 1 0,0 0 0,0-1 0,1 1 0,-1-1 0,1 1 0,-1 0 0,1 0 0,0-1 0,-1 1 0,1 0 0,0 0 0,0 0 0,1 1 0,0 7 0,1 0 0,0-1 0,0 1 0,1-1 0,0 0 0,1 0 0,0 0 0,0 0 0,1 0 0,1-1 0,-1 0 0,1 0 0,0-1 0,1 1 0,0-1 0,12 10 0,7 2 0,0-1 0,1 0 0,53 24 0,-61-34 0,0-2 0,0 0 0,0 0 0,1-2 0,0-1 0,37 3 0,89 18 0,-100-15 0,83 7 0,238-14 0,-177-4 0,-103-1 0,163-26 0,84-41 0,-177 34 0,238-21 0,-383 56 0,75-13 0,-1-4 0,132-46 0,82-17 0,-225 67 0,144-46 0,-48 3 0,-144 50 0,0 1 0,0 2 0,1 1 0,40 0 0,75 3 0,87 4 0,-219-2 0,-1 0 0,0 0 0,0 0 0,0 2 0,0-1 0,-1 1 0,1 1 0,-1-1 0,0 2 0,0-1 0,-1 1 0,0 0 0,13 14 0,-11-11 0,0 2 0,-1-1 0,0 2 0,-1-1 0,-1 1 0,1 0 0,-2 0 0,0 1 0,7 22 0,-7-10 0,-2 1 0,-1 1 0,-1-1 0,-1 0 0,-2 1 0,0-1 0,-8 39 0,3-36 0,-2 0 0,-1-1 0,-1-1 0,-1 1 0,-19 31 0,18-41 0,-1-1 0,-1-1 0,0 0 0,-1 0 0,-1-2 0,-31 24 0,14-12 0,10-9 0,-1-1 0,0-1 0,-2-1 0,1-1 0,-2-2 0,1 0 0,-1-2 0,-1-1 0,-54 9 0,-3-6 0,0-4 0,-88-3 0,-2053-6 0,2185 0 0,-1-3 0,1-1 0,-41-12 0,-17-2 0,66 12 0,-1-2 0,1-1 0,-59-29 0,18 7 0,-84-27 0,50 15 0,97 40 0,1 0 0,-1 0 0,1-2 0,-12-8 0,11 7 0,0 1 0,-23-12 0,-208-73 0,239 91 0,-25-10 0,27 10 0,0 1 0,-1 0 0,1-1 0,0 1 0,-1 0 0,1 0 0,-1 0 0,1-1 0,0 2 0,-1-1 0,1 0 0,-1 0 0,1 0 0,0 1 0,-1-1 0,1 0 0,-2 2 0,3-2 0,0 1 0,0-1 0,0 1 0,0-1 0,0 1 0,0 0 0,0-1 0,0 1 0,0-1 0,0 1 0,0-1 0,1 1 0,-1 0 0,0-1 0,0 1 0,1-1 0,-1 1 0,0-1 0,0 1 0,1-1 0,-1 0 0,1 1 0,-1-1 0,1 1 0,-1-1 0,0 0 0,1 1 0,-1-1 0,1 0 0,-1 1 0,1-1 0,0 0 0,18 14 0,22 9 0,59 24 0,-78-40 0,1 0 0,0-1 0,0-2 0,30 3 0,-9-1 0,104 4 0,-146-10 0,1 1 0,0-1 0,0 1 0,-1 0 0,1 0 0,0 0 0,-1 1 0,1-1 0,-1 1 0,1-1 0,-1 1 0,0 0 0,0-1 0,0 1 0,0 1 0,0-1 0,3 4 0,-5-5 0,1 0 0,-1-1 0,1 1 0,-1 0 0,1 0 0,-1 0 0,0 1 0,0-1 0,1 0 0,-1 0 0,0 0 0,0 0 0,0 0 0,0 0 0,0 0 0,0 0 0,-1 0 0,1 0 0,0 0 0,0 0 0,-1 0 0,1 0 0,-1 0 0,1 0 0,-1 0 0,1 0 0,-1 0 0,1 0 0,-1 0 0,0 0 0,0-1 0,1 1 0,-1 0 0,0-1 0,0 1 0,0 0 0,0-1 0,0 1 0,0-1 0,0 1 0,0-1 0,0 0 0,0 1 0,0-1 0,0 0 0,0 0 0,-2 0 0,-1 1 0,0 0 0,-1-1 0,1 0 0,-1 0 0,1 0 0,0 0 0,-1-1 0,1 1 0,-1-1 0,1 0 0,0-1 0,0 1 0,0-1 0,0 0 0,-6-3 0,-8-5 0,-32-24 0,43 28 0,-63-48 0,-64-44 0,131 96 0,-1-1 0,1 1 0,0-1 0,0 0 0,0 0 0,1 0 0,-1 0 0,1 0 0,-1 0 0,1-1 0,0 1 0,0-1 0,1 0 0,-1 1 0,1-1 0,0 0 0,0 0 0,0 0 0,0 0 0,1 0 0,-1 0 0,1 0 0,0 0 0,1 0 0,-1 0 0,1 0 0,1-7 0,0 6 0,-1-1 0,1 1 0,1 0 0,-1 0 0,1 0 0,0 0 0,0 1 0,0-1 0,1 1 0,-1 0 0,1 0 0,0 0 0,1 0 0,-1 1 0,0-1 0,1 1 0,0 1 0,0-1 0,8-3 0,48-16 0,1 3 0,100-18 0,-67 31 0,-74 6 0,0-1 0,0 0 0,-1-2 0,1 0 0,27-9 0,43-20 0,206-63 0,-232 81 0,109-8 0,-72 11 0,91-4 0,65 1 0,202-24 0,853 40 0,-1303-3 0,0 1 0,0 1 0,1 0 0,-1 1 0,0 0 0,0 0 0,0 1 0,-1 0 0,1 1 0,-1 0 0,0 0 0,0 1 0,0 0 0,13 11 0,-1 3 0,37 41 0,-55-55 0,1 1 0,-1-1 0,0 1 0,0 0 0,-1 0 0,0 0 0,0 0 0,0 0 0,-1 0 0,0 1 0,0-1 0,0 1 0,-1-1 0,0 0 0,-1 12 0,-1-3 0,0 0 0,-1 1 0,-1-1 0,0-1 0,-9 22 0,1-11 0,-1 0 0,-1 0 0,-1-2 0,-1 1 0,-1-2 0,-1 0 0,-26 22 0,14-17 0,0-2 0,-2-1 0,-1-1 0,-53 26 0,4-12 0,-1-3 0,-2-4 0,-158 34 0,151-46 0,0-5 0,-106 2 0,-189-14 0,216-3 0,-162-12 0,9-1 0,182 15 0,-199-7 0,281 1 0,0-2 0,0-2 0,-96-31 0,123 32 0,0 2 0,-1 1 0,-51-3 0,56 6 0,26 3 0,1 0 0,-1 0 0,1-1 0,-1 1 0,1-1 0,-1 0 0,1 0 0,0 0 0,0 0 0,-1 0 0,1 0 0,0 0 0,0-1 0,0 1 0,0-1 0,0 1 0,1-1 0,-1 0 0,0 0 0,1 0 0,-2-3 0,2 4 0,1 0 0,-1 0 0,1 0 0,0 0 0,0 0 0,0 0 0,-1 0 0,1 0 0,0 0 0,0-1 0,1 1 0,-1 0 0,0 0 0,0 0 0,0 0 0,1 0 0,-1 0 0,0 0 0,2-2 0,-1 1 0,1 0 0,-1 0 0,1 0 0,0 1 0,-1-1 0,1 0 0,0 1 0,0-1 0,0 1 0,0 0 0,5-3 0,11-3 0,0 0 0,1 1 0,21-5 0,-15 5 0,905-202-1452,-443 105 1250,236-64 202,-689 158 0,-23 6 0,0 0 0,0 0 0,1 1 0,-1 1 0,23 0 0,-40 0 127,1 1 0,-1 0 0,1 0 0,0 0 0,-1 1 0,-8 2 0,-18 2 363,-696 113-200,175-24-305,537-91 15,19-1 0,31-2 0,-21-1 0,163 0-40,942-36-713,-1092 35 753,-3 1 0,1-2 0,46-10 0,-50 3-16,-19 10 15,-1 0 1,0 0-1,1-1 1,-1 1-1,0 0 1,0-1-1,0 1 1,1 0-1,-1 0 1,0-1-1,0 1 1,0 0-1,0-1 1,0 1-1,0 0 1,1-1-1,-1 1 1,0 0-1,0-1 1,0 1-1,0 0 1,0-1-1,0 1 0,0 0 1,0-1-1,-1 1 1,1 0-1,0-1 1,0 1-1,0 0 1,0-1-1,-2-1 13,0 0 0,0 1 0,0-1 0,0 1-1,-1-1 1,1 1 0,0 0 0,0 0 0,-1 0-1,1 0 1,-1 0 0,1 0 0,-3 1 0,-48-12 349,-106-8 1,-59 12-477,171 7 167,-133 1-52,-66-2 0,243 2 0,-1-1 0,0 1 0,1-1 0,-1 0 0,1 0 0,-1 0 0,-5-3 0,8 4 0,1 0 0,-1-1 0,0 1 0,1 0 0,-1-1 0,1 1 0,-1-1 0,1 1 0,-1 0 0,1-1 0,0 1 0,-1-1 0,1 1 0,-1-1 0,1 1 0,0-1 0,0 0 0,-1 1 0,1-1 0,0 1 0,0-1 0,0 0 0,-1 1 0,1-1 0,0 1 0,0-1 0,0 0 0,0 1 0,0-1 0,0 0 0,1 1 0,-1-1 0,0 0 0,0 1 0,0-1 0,0 1 0,1-1 0,-1 1 0,0-1 0,1 0 0,-1 1 0,0-1 0,1 1 0,-1-1 0,1 1 0,0-1 0,-1 1 0,1-1 0,-1 1 0,0 0 0,0 0 0,1 0 0,-1-1 0,0 1 0,0 0 0,0 0 0,0-1 0,1 1 0,-1 0 0,0 0 0,0-1 0,0 1 0,0 0 0,0-1 0,0 1 0,0 0 0,0 0 0,0-1 0,0 1 0,0 0 0,0-1 0,0 1 0,0 0 0,0 0 0,0-1 0,0 1 0,0 0 0,0-1 0,0 1 0,-1 0 0,1 0 0,0-1 0,0 1 0,0 0 0,-1-1 0,-13-4 0,-29 3 0,35 2 0,-653 1 0,559 0 0,104-1 0,0 0 0,0 0 0,0 0 0,0 0 0,0 0 0,0 1 0,0-1 0,0 1 0,0 0 0,0-1 0,0 1 0,0 0 0,0 0 0,-1 0 0,3 2 0,-4-3 0,1 0 0,-1 0 0,0 1 0,0-1 0,0 0 0,0 0 0,0 0 0,0 1 0,0-1 0,0 0 0,0 0 0,0 0 0,0 1 0,0-1 0,0 0 0,0 0 0,0 1 0,0-1 0,0 0 0,0 0 0,0 0 0,0 1 0,0-1 0,0 0 0,0 0 0,0 0 0,0 1 0,0-1 0,0 0 0,-1 0 0,1 0 0,0 0 0,0 1 0,0-1 0,0 0 0,-1 0 0,1 0 0,0 0 0,0 0 0,0 0 0,0 1 0,-1-1 0,1 0 0,-24 5 0,-233-1 0,256-4 0,-1 0 0,1 0 0,-1 0 0,0 0 0,1 1 0,-1-1 0,1 0 0,-1 1 0,0-1 0,1 1 0,-1 0 0,1-1 0,0 1 0,-1 0 0,-1 2 0,2-3 0,1 1 0,0-1 0,0 1 0,-1-1 0,1 1 0,0 0 0,0-1 0,0 1 0,0-1 0,0 1 0,0-1 0,0 1 0,0 0 0,0-1 0,0 1 0,0-1 0,0 1 0,0 0 0,1-1 0,-1 1 0,0-1 0,0 1 0,1-1 0,-1 1 0,0-1 0,1 1 0,-1-1 0,1 1 0,3 4 0,1 0 0,0-1 0,0 1 0,0-1 0,0 0 0,11 5 0,44 21 0,2-3 0,111 33 0,-102-37 0,-67-22 0,0 0 0,0 1 0,1-1 0,-1 1 0,0 0 0,-1 1 0,8 4 0,-11-7 0,0 0 0,0 0 0,0 1 0,1-1 0,-1 0 0,0 0 0,0 0 0,0 1 0,0-1 0,0 0 0,0 0 0,0 0 0,0 1 0,0-1 0,0 0 0,0 0 0,0 0 0,0 1 0,0-1 0,0 0 0,0 0 0,0 1 0,0-1 0,0 0 0,0 0 0,0 0 0,0 1 0,0-1 0,0 0 0,0 0 0,0 0 0,-1 0 0,1 1 0,0-1 0,0 0 0,0 0 0,0 0 0,0 0 0,-1 1 0,1-1 0,0 0 0,0 0 0,0 0 0,-1 0 0,1 0 0,0 0 0,-26 6 0,-316 7 0,158 0 0,183-11 0,8 3 0,7 3 0,-14-8 0,0 0 0,0 0 0,0 0 0,0 1 0,1-1 0,-1 0 0,0 0 0,0 0 0,0 1 0,0-1 0,0 0 0,0 0 0,0 0 0,0 1 0,0-1 0,0 0 0,0 0 0,0 1 0,0-1 0,0 0 0,0 0 0,0 0 0,-1 1 0,1-1 0,0 0 0,0 0 0,0 0 0,0 0 0,0 1 0,0-1 0,0 0 0,-1 0 0,1 0 0,0 0 0,0 0 0,0 1 0,0-1 0,-1 0 0,1 0 0,0 0 0,0 0 0,0 0 0,-1 0 0,1 0 0,0 0 0,0 0 0,0 0 0,-1 0 0,1 0 0,0 0 0,0 0 0,0 0 0,-1 0 0,1 0 0,0 0 0,0 0 0,-1 0 0,1 0 0,0 0 0,0 0 0,-1 0 0,-34 4 0,0 0 0,-1-3 0,-44-3 0,14 1 0,-141 0 0,229 8 0,-1 0 0,0 2 0,31 16 0,-51-24 0,0-1 0,-1 0 0,1 1 0,0-1 0,-1 1 0,1-1 0,0 1 0,-1-1 0,1 1 0,0-1 0,-1 1 0,1-1 0,-1 1 0,1 0 0,-1 0 0,1-1 0,-1 1 0,0 0 0,1-1 0,-1 1 0,0 0 0,1 1 0,-2-1 0,1-1 0,0 1 0,0-1 0,-1 1 0,1-1 0,-1 1 0,1-1 0,-1 1 0,1-1 0,0 1 0,-1-1 0,1 0 0,-1 1 0,0-1 0,1 0 0,-1 1 0,1-1 0,-1 0 0,1 0 0,-1 1 0,-1-1 0,-39 7 0,41-7 0,-181 2 0,180-2 0,-1 0 0,1 0 0,-1 0 0,1 0 0,0 1 0,-1-1 0,1 0 0,0 1 0,-1-1 0,1 1 0,0-1 0,-1 1 0,1-1 0,-2 3 0,3-3 0,0 0 0,0 1 0,-1-1 0,1 0 0,0 1 0,0-1 0,0 1 0,0-1 0,0 0 0,0 1 0,0-1 0,0 1 0,0-1 0,0 0 0,0 1 0,0-1 0,0 1 0,0-1 0,1 0 0,-1 1 0,0-1 0,0 0 0,0 1 0,1-1 0,-1 0 0,0 1 0,0-1 0,1 0 0,-1 1 0,0-1 0,1 0 0,4 5 0,0-1 0,0 0 0,1 0 0,11 6 0,43 19 0,1-2 0,101 30 0,136 15 0,-288-70 0,0 0 0,-1 0 0,0 0 0,1 1 0,10 5 0,-20-8 0,0 0 0,0 1 0,0-1 0,1 0 0,-1 0 0,0 0 0,0 0 0,0 0 0,0 0 0,0 1 0,0-1 0,0 0 0,0 0 0,0 0 0,0 0 0,0 0 0,0 0 0,0 1 0,0-1 0,0 0 0,0 0 0,0 0 0,0 0 0,0 0 0,0 1 0,0-1 0,0 0 0,0 0 0,0 0 0,0 0 0,0 0 0,0 0 0,0 1 0,0-1 0,-1 0 0,1 0 0,0 0 0,0 0 0,0 0 0,0 0 0,0 0 0,0 0 0,0 0 0,-1 1 0,1-1 0,0 0 0,0 0 0,0 0 0,0 0 0,0 0 0,0 0 0,-1 0 0,1 0 0,0 0 0,0 0 0,0 0 0,0 0 0,0 0 0,-1 0 0,-16 7 0,-21 3 0,30-9 0,-36 7 0,41-7 0,0-1 0,0 0 0,0 0 0,0 0 0,0 0 0,0-1 0,0 1 0,0-1 0,0 0 0,1 1 0,-1-1 0,-3-2 0,6 3 0,0-1 0,-1 1 0,1 0 0,0-1 0,0 1 0,0 0 0,0-1 0,-1 1 0,1-1 0,0 1 0,0 0 0,0-1 0,0 1 0,0-1 0,0 1 0,0 0 0,0-1 0,0 1 0,0-1 0,0 1 0,0 0 0,1-1 0,-1 1 0,0-1 0,0 1 0,0 0 0,0-1 0,1 1 0,-1 0 0,0-1 0,0 1 0,1 0 0,-1-1 0,0 1 0,1 0 0,-1 0 0,0-1 0,1 1 0,-1 0 0,1-1 0,15-12 0,-16 13 0,23-15 0,0 1 0,1 1 0,50-18 0,85-20 0,-118 39 0,-30 8 0,32-10 0,1 2 0,0 1 0,0 3 0,1 1 0,48 0 0,-69 6 0,0-2 0,0-1 0,-1 0 0,1-2 0,40-15 0,-38 12 0,-1 1 0,1 1 0,0 1 0,37-3 0,108 9 0,20 0 0,-160-4 0,0-2 0,0-1 0,46-16 0,42-11 0,-54 17 0,-1-2 0,103-47 0,-54 20 0,48-26 0,34-12 0,64 9 0,-132 41 0,-58 13 0,-40 11 0,0 1 0,1 2 0,0 1 0,1 1 0,31-1 0,-45 6 0,3-1 0,-1 1 0,26 4 0,-40-3 0,0 0 0,0 0 0,-1 0 0,1 1 0,0-1 0,0 1 0,-1 1 0,1-1 0,-1 0 0,0 1 0,0 0 0,0 0 0,7 7 0,-3-2 0,-2 0 0,1 1 0,-1-1 0,0 1 0,-1 0 0,0 1 0,-1-1 0,1 1 0,-2 0 0,0 0 0,0 0 0,0 0 0,-2 1 0,1-1 0,-1 1 0,-1 11 0,1 13 0,0-9 0,-2 1 0,-4 41 0,3-60 0,0 0 0,0 0 0,0 0 0,-1 0 0,0 0 0,-1-1 0,1 1 0,-2-1 0,1 0 0,-1 0 0,0-1 0,-9 10 0,-132 121 0,116-112 0,-1-2 0,-1-1 0,-41 21 0,10-14 0,0-3 0,-1-2 0,-2-4 0,0-2 0,-1-3 0,-107 9 0,-417-9 0,386-17 0,-449 2 0,646 0 0,0 0 0,-1-1 0,1 0 0,0 0 0,0-1 0,0 0 0,-12-5 0,18 6 0,1 0 0,-1 0 0,1 1 0,-1-1 0,1 0 0,-1 0 0,1 0 0,0-1 0,-1 1 0,1 0 0,0 0 0,0-1 0,0 1 0,0-1 0,0 1 0,0-1 0,0 1 0,1-1 0,-1 1 0,0-1 0,1 0 0,0 1 0,-1-1 0,1 0 0,0 0 0,0 1 0,0-1 0,0 0 0,0 0 0,0 1 0,0-1 0,1 0 0,-1 1 0,0-1 0,1 0 0,0 1 0,-1-1 0,1 0 0,0 1 0,0-1 0,0 1 0,1-2 0,2-3 0,0 1 0,1-1 0,-1 1 0,1 0 0,0 1 0,1-1 0,-1 1 0,1 0 0,-1 0 0,1 0 0,12-4 0,9-3 0,42-12 0,-45 16 0,100-40 0,-85 30 0,1 2 0,69-16 0,-19 10 0,-56 11 0,1 3 0,49-6 0,350 9 0,-227 7 0,-137-3 0,-1-4 0,105-17 0,-83 5 0,-50 11 0,1-3 0,-1-1 0,0-2 0,42-18 0,323-187 0,-370 195 0,-2 3 0,55-43 0,-81 56 0,9-10 0,-17 10 0,-11 1 0,-9 5 0,0 1 0,0 0 0,0 1 0,1 1 0,-1 1 0,-29 12 0,-28 6 0,23-13 0,0-3 0,0-2 0,-56-2 0,21-1 0,-158 22 0,8 0 0,183-22 0,0 2 0,-94 19 0,101-11 0,1 2 0,0 1 0,1 3 0,-54 28 0,33-11 0,40-22 0,-38 24 0,1 4 0,35-23 0,0 2 0,-41 34 0,43-32 0,-13 10 0,39-30 0,0 0 0,0 0 0,1 0 0,-1 0 0,0 0 0,1 1 0,0-1 0,-1 0 0,1 1 0,0-1 0,0 1 0,0-1 0,1 1 0,-2 4 0,3-6 0,-1 1 0,0-1 0,0 0 0,1 0 0,-1 1 0,1-1 0,-1 0 0,1 0 0,-1 0 0,1 1 0,0-1 0,0 0 0,-1 0 0,1 0 0,0 0 0,0 0 0,0-1 0,0 1 0,0 0 0,0 0 0,1-1 0,-1 1 0,0 0 0,0-1 0,0 1 0,1-1 0,-1 0 0,0 1 0,1-1 0,-1 0 0,3 0 0,47 4 0,-44-4 0,285-3 0,-266 1 0,-1-1 0,1-1 0,48-14 0,-45 10 0,0 2 0,47-6 0,-41 8 0,-1-1 0,1-2 0,44-16 0,18-3 0,-9 9 0,-44 10 0,55-17 0,-56 10 0,-4 2 0,44-19 0,-70 25 0,1-2 0,-1 1 0,0-2 0,0 0 0,-1 0 0,17-18 0,-23 21 0,-4 5 0,0 0 0,-1 0 0,1 0 0,-1-1 0,1 1 0,-1-1 0,1 1 0,-1-1 0,0 0 0,0 1 0,0-1 0,0 0 0,0 0 0,0 0 0,0 0 0,0-3 0,-3 5 0,-1 0 0,1 0 0,-1 1 0,1-1 0,-1 0 0,1 1 0,0 0 0,-1 0 0,1-1 0,-3 3 0,-36 15 0,-1-2 0,0-2 0,-1-2 0,-1-1 0,1-3 0,-2-1 0,1-2 0,-58-2 0,31-3 0,-63-3 0,132 3 0,0 0 0,-1 0 0,1-1 0,0 1 0,0-1 0,0 1 0,0-1 0,0 0 0,0 0 0,0 0 0,0 0 0,1 0 0,-1 0 0,0-1 0,0 1 0,1 0 0,-1-1 0,1 0 0,-1 1 0,1-1 0,0 0 0,0 1 0,0-1 0,0 0 0,-1-3 0,1 3 0,1 1 0,0-1 0,0 0 0,0 0 0,0 0 0,0 1 0,0-1 0,0 0 0,1 0 0,-1 0 0,1 1 0,-1-1 0,1 0 0,0 1 0,-1-1 0,1 0 0,0 1 0,0-1 0,0 1 0,0 0 0,1-1 0,-1 1 0,0 0 0,0 0 0,1-1 0,-1 1 0,1 0 0,-1 0 0,1 1 0,2-2 0,7-3 0,-1 0 0,1 2 0,0-1 0,0 1 0,0 1 0,0 0 0,12-1 0,85 1 0,-70 2 0,501 4 0,-521-6 0,1 0 0,0-1 0,-1 0 0,35-13 0,-31 9 0,1 1 0,32-5 0,31 5 0,38-6 0,-88 6 0,-1 2 0,1 2 0,71 4 0,-105-2 0,0 0 0,0 0 0,0 0 0,0 0 0,0 1 0,1-1 0,-1 1 0,0-1 0,-1 1 0,1 0 0,0 0 0,0 0 0,0 0 0,0 0 0,-1 0 0,1 1 0,0-1 0,-1 0 0,1 1 0,-1-1 0,0 1 0,1 0 0,-1-1 0,1 3 0,-1-1 0,0 0 0,-1 0 0,0 0 0,1 0 0,-1 0 0,0 0 0,0-1 0,-1 1 0,1 0 0,-1 0 0,1 0 0,-1 0 0,0 0 0,0-1 0,-2 4 0,-1 3 0,0-1 0,-1 0 0,0 0 0,0 0 0,-1-1 0,0 1 0,0-1 0,-1-1 0,0 0 0,-9 7 0,-11 1 0,-1-1 0,-1-1 0,0-2 0,-35 8 0,-15 5 0,61-15 0,0 0 0,1 0 0,-26 20 0,26-17 0,-1-1 0,1 0 0,-20 7 0,-85 30 0,81-33-1365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7T14:23:14.916"/>
    </inkml:context>
    <inkml:brush xml:id="br0">
      <inkml:brushProperty name="width" value="0.2" units="cm"/>
      <inkml:brushProperty name="height" value="0.2" units="cm"/>
      <inkml:brushProperty name="color" value="#2D3133"/>
    </inkml:brush>
  </inkml:definitions>
  <inkml:trace contextRef="#ctx0" brushRef="#br0">601 28 24575,'93'0'0,"1159"-21"0,-1093 15 0,211 17 0,33 36 0,-101-23 0,3-25 0,-106-2 0,-88 2 0,128 3 0,-201 3 0,57 15 0,-59-11 0,68 8 0,-19-13 0,-33-2 0,63 10 0,-29-3 0,-55-7 0,56 11 0,-78-10 0,1-1 0,-1 1 0,0 1 0,0 0 0,-1 0 0,1 1 0,-1 0 0,0 0 0,0 1 0,8 7 0,-12-9 0,-1 1 0,1 0 0,-1 0 0,0 0 0,0 0 0,0 0 0,-1 0 0,0 1 0,0 0 0,0-1 0,-1 1 0,1 0 0,-1 0 0,0 8 0,0 14 0,-5 52 0,0-29 0,5-41 0,-1 0 0,-1 0 0,0 0 0,0-1 0,-1 1 0,0 0 0,-1-1 0,0 1 0,-1-1 0,0 0 0,0 0 0,0 0 0,-1-1 0,-1 1 0,0-1 0,0-1 0,0 1 0,-1-1 0,-11 10 0,-4 0 0,-1-1 0,0-1 0,-43 21 0,-81 27 0,102-45 0,-208 72 0,218-81 0,0-1 0,-1-2 0,1-2 0,-1-1 0,-53-2 0,21-5 0,-168-16 0,56-7 0,-301-7 0,-1039 36 0,1438-4 0,-114-19 0,-79-29 0,113 18 0,-117-26 0,225 43 0,-63-26 0,47 16 0,65 23 0,-13-4 0,1-1 0,0 0 0,-24-15 0,38 21 0,0-1 0,0 0 0,0-1 0,0 1 0,0 0 0,0-1 0,1 1 0,-1-1 0,1 0 0,0 0 0,-1 0 0,2 0 0,-1-1 0,0 1 0,0 0 0,1-1 0,0 1 0,0-1 0,0 0 0,0 1 0,1-1 0,-1 0 0,1-6 0,1 7 0,-1 0 0,1 0 0,1 0 0,-1 0 0,0 0 0,1 1 0,-1-1 0,1 0 0,0 1 0,0-1 0,0 1 0,0 0 0,0-1 0,1 1 0,-1 0 0,1 0 0,-1 1 0,1-1 0,4-2 0,7-3 0,0 1 0,24-8 0,148-35 0,-35 12 0,-120 29 0,1 2 0,-1 1 0,59-1 0,98 11 0,-164-4 0,29 4 0,69 16 0,-70-10 0,73 4 0,161-14 0,-136-2 0,163-26 0,-14 0 0,-45 28 0,238-10 0,198-8 0,-507 18 0,-128 2 0,1 3 0,-1 2 0,90 26 0,61 10 0,-135-34 0,116 34 0,-181-42 0,0 0 0,0 1 0,-1 0 0,1 0 0,-1 0 0,0 1 0,0 0 0,0 0 0,0 0 0,-1 1 0,1-1 0,-1 1 0,0 0 0,-1 0 0,1 1 0,-1-1 0,3 7 0,-5-9 0,0 0 0,0 0 0,0 0 0,0 0 0,0 0 0,-1 1 0,1-1 0,-1 0 0,0 0 0,0 0 0,0 1 0,0-1 0,-1 0 0,1 0 0,-1 0 0,0 0 0,0 0 0,0 0 0,0 0 0,-1 0 0,1 0 0,-1 0 0,0-1 0,1 1 0,-1-1 0,0 1 0,-1-1 0,1 0 0,0 0 0,-1 1 0,1-2 0,-1 1 0,0 0 0,-4 2 0,-10 4 0,1-1 0,-1-1 0,0 0 0,0-1 0,-20 2 0,-92 9 0,127-16 0,-558 12 0,356-14 0,140 0 0,-109-17 0,-60-28 0,191 38 0,-75-13 0,0 6 0,-2 5 0,-133 4 0,-1306 9 0,1484-6 0,-92-15 0,128 14 0,-134-22 0,48 7 0,-247-10 0,360 30 0,-1 0 0,1-1 0,-1 0 0,1-1 0,-1 0 0,1 0 0,-11-5 0,19 5 0,0 1 0,0 0 0,0-1 0,0 1 0,0-1 0,1 0 0,-1 0 0,1 0 0,-1 0 0,1-1 0,0 1 0,0 0 0,0-1 0,0 0 0,0 1 0,1-1 0,-1 0 0,1 0 0,0 0 0,-1 0 0,1 0 0,1 0 0,-1 0 0,0-1 0,1 1 0,0 0 0,0 0 0,0 0 0,0-7 0,1 6 0,0 0 0,0 1 0,0-1 0,0 0 0,1 1 0,0-1 0,-1 1 0,1 0 0,0-1 0,1 1 0,-1 0 0,0 0 0,1 0 0,0 1 0,0-1 0,-1 1 0,2-1 0,-1 1 0,0 0 0,0 0 0,1 0 0,-1 1 0,5-2 0,9-4 0,1 2 0,0 0 0,27-4 0,-38 8 0,214-20 0,-122 14 0,546-5 0,-183 10 0,-42-28 0,-147-1 0,246-13 0,-386 43 0,370 4 0,-187 27 0,-243-16 0,77 26 0,-57-14 0,44 13 0,71 18 0,-205-56 0,21 4 0,0 1 0,40 16 0,-60-21 0,1 1 0,-1 0 0,0 0 0,0 0 0,0 1 0,0-1 0,0 1 0,-1 0 0,1 0 0,-1 0 0,1 1 0,-1-1 0,0 1 0,-1 0 0,1 0 0,-1 0 0,1 0 0,-1 0 0,0 0 0,-1 1 0,3 7 0,-4-9 0,0 0 0,0 0 0,0 0 0,-1 0 0,1 0 0,-1-1 0,0 1 0,1 0 0,-1 0 0,0 0 0,-1-1 0,1 1 0,0-1 0,-1 1 0,0-1 0,1 1 0,-1-1 0,0 0 0,0 0 0,0 0 0,-1 0 0,1 0 0,0 0 0,-5 2 0,-7 3 0,0 1 0,0-2 0,-23 8 0,12-5 0,-44 16 0,-1-3 0,-2-3 0,1-3 0,-82 7 0,-298-6 0,421-20 0,1-1 0,0-1 0,1-2 0,-1-1 0,1-1 0,-42-20 0,-67-21 0,53 30 0,-1 4 0,-90-6 0,-174 10 0,269 11 0,43-1 0,-1 2 0,0 1 0,1 2 0,-1 2 0,-45 11 0,38-1 0,-1-3 0,0-1 0,-1-3 0,0-1 0,-49-1 0,77-5 0,0 1 0,0 0 0,0 1 0,0 1 0,-19 7 0,-91 39 0,63-23 0,-278 89 0,286-97 0,45-14 0,-1 0 0,1-1 0,-1 0 0,-27 3 0,90-20 0,347-68 0,-147 28 0,-195 46 0,1 2 0,0 2 0,73 6 0,-15 0 0,713-3 0,-786-2 0,0-2 0,70-17 0,-67 12 0,83-7 0,-112 14 0,1 1 0,0-2 0,-1 0 0,0 0 0,0-2 0,25-10 0,-17 7 0,1 1 0,44-8 0,-39 10 0,42-14 0,-67 18 0,48-18 0,76-18 0,-17 9 0,-72 17 0,0 1 0,0 2 0,45-3 0,-63 8 0,1 0 0,-1-1 0,0-1 0,-1-1 0,1-1 0,26-13 0,-28 13 0,0 0 0,0 2 0,1 1 0,-1 0 0,1 1 0,0 1 0,0 0 0,0 2 0,0 0 0,22 4 0,-39-4 0,0 0 0,0 1 0,0-1 0,0 0 0,1 1 0,-1 0 0,0-1 0,0 1 0,0 0 0,-1 0 0,1 0 0,0 1 0,0-1 0,0 0 0,-1 0 0,1 1 0,-1-1 0,2 3 0,-2-3 0,-1 0 0,0 0 0,1 1 0,-1-1 0,0 0 0,0 0 0,1 1 0,-1-1 0,0 0 0,0 0 0,-1 0 0,1 1 0,0-1 0,0 0 0,-1 0 0,1 1 0,0-1 0,-1 0 0,1 0 0,-1 0 0,0 0 0,1 0 0,-1 0 0,0 0 0,0 0 0,1 0 0,-1 0 0,0 0 0,0 0 0,0-1 0,0 1 0,-2 0 0,-4 5 0,-2 0 0,1 0 0,-1-2 0,1 1 0,-1-1 0,-1 0 0,1-1 0,-16 4 0,-11 1 0,-38 2 0,16-3 0,-104 20 0,35-3 0,-2-7 0,-149 2 0,-181-21 0,454 2 0,-1-1 0,1 1 0,0-1 0,0 0 0,-1 0 0,1 0 0,0-1 0,0 0 0,-6-3 0,10 4 0,0 1 0,0-1 0,-1 0 0,1 0 0,0 0 0,0 0 0,1 0 0,-1 0 0,0 0 0,0 0 0,0 0 0,1 0 0,-1 0 0,0 0 0,1 0 0,-1-1 0,1 1 0,0 0 0,-1 0 0,1-1 0,0 1 0,0 0 0,0-1 0,-1 1 0,2 0 0,-1-1 0,0 1 0,0 0 0,0-1 0,0 1 0,1 0 0,-1 0 0,1-1 0,-1 1 0,1 0 0,0 0 0,-1 0 0,1 0 0,0-1 0,0 1 0,-1 0 0,1 0 0,2-1 0,3-5 0,1 0 0,0 0 0,1 1 0,0-1 0,-1 2 0,16-9 0,58-27 0,-63 33 0,59-24 0,2 3 0,147-33 0,-153 50 0,1 3 0,0 4 0,111 5 0,-110 1 0,-32 2 0,0 2 0,0 2 0,66 19 0,-69-15 0,1-1 0,0-2 0,81 4 0,-97-13-1365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7T14:23:40.343"/>
    </inkml:context>
    <inkml:brush xml:id="br0">
      <inkml:brushProperty name="width" value="0.2" units="cm"/>
      <inkml:brushProperty name="height" value="0.2" units="cm"/>
      <inkml:brushProperty name="color" value="#2D3133"/>
    </inkml:brush>
  </inkml:definitions>
  <inkml:trace contextRef="#ctx0" brushRef="#br0">791 1206 24575,'-6'-5'0,"1"1"0,-1-1 0,0 2 0,0-1 0,0 1 0,-1-1 0,1 2 0,-9-4 0,-60-13 0,32 9 0,-246-72 0,246 72 0,20 6 0,1-2 0,-1-1 0,-23-10 0,-10-5 0,37 15 0,0 0 0,1-1 0,-23-14 0,40 22 0,0-1 0,1 1 0,-1-1 0,0 1 0,1-1 0,-1 1 0,1-1 0,-1 1 0,1-1 0,-1 1 0,1-1 0,-1 0 0,1 1 0,-1-1 0,1 0 0,0 1 0,-1-1 0,1 0 0,0 0 0,0 1 0,-1-1 0,1 0 0,0 0 0,0 1 0,0-1 0,0-1 0,1 1 0,-1-1 0,1 1 0,-1 0 0,1 0 0,0 0 0,0 0 0,-1-1 0,1 1 0,0 0 0,0 0 0,0 0 0,0 1 0,0-1 0,2-1 0,6-4 0,1 1 0,0 0 0,12-4 0,-11 4 0,22-8 0,1 1 0,0 1 0,1 2 0,0 2 0,44-4 0,182 0 0,-45 4 0,266-6 0,-185 10 0,175-26 0,-199 10 0,37-4 0,420-11 0,-622 33 0,90 3 0,-177 1 0,-1 1 0,1 1 0,23 10 0,26 5 0,16 6 0,-66-18 0,-1-2 0,1 0 0,0-2 0,32 5 0,-19-5 0,0 2 0,-1 1 0,1 1 0,46 20 0,-2-1 0,-56-19 0,-2 0 0,1 2 0,-1 1 0,27 19 0,-20-13 0,34 17 0,-56-32 0,0 0 0,0 1 0,-1 0 0,1-1 0,-1 1 0,0 1 0,1-1 0,-2 0 0,1 1 0,0-1 0,-1 1 0,1 0 0,-1 0 0,0 0 0,0 0 0,-1 0 0,1 0 0,-1 1 0,0-1 0,0 1 0,0 5 0,1 11 0,-1 1 0,-1 0 0,-3 28 0,-1-3 0,4-39 0,0 0 0,-1-1 0,0 1 0,-1-1 0,0 1 0,0-1 0,-1 0 0,0 1 0,0-1 0,0-1 0,-1 1 0,0 0 0,0-1 0,-1 0 0,0 0 0,0 0 0,0-1 0,-1 0 0,0 0 0,0 0 0,-11 7 0,-2 0 0,-12 10 0,-2-2 0,0-1 0,-1-2 0,-71 26 0,87-36 0,-1 0 0,-27 15 0,32-14 0,-1 0 0,-1-2 0,0 0 0,-18 5 0,-86 14 0,-137 11 0,47-12 0,104-10 0,-113 1 0,-20-3 0,8 1 0,-1410-14 0,1601-1 0,0-2 0,-75-17 0,10 1 0,8 9 0,69 10 0,-1-2 0,1-1 0,0-1 0,0-2 0,0 0 0,-26-12 0,42 14 0,1 0 0,0 0 0,1-1 0,-1-1 0,1 0 0,1 0 0,-1-1 0,1 0 0,0 0 0,1-1 0,0 0 0,1-1 0,0 0 0,-10-18 0,10 15 0,1 0 0,1-1 0,1 1 0,0-1 0,0 0 0,-2-23 0,5 28 0,1 0 0,0 0 0,1 0 0,0 0 0,0 0 0,1 0 0,0 0 0,0 0 0,1 0 0,1 1 0,6-13 0,-4 9 0,-2 3 0,-1 1 0,2 1 0,-1-1 0,1 1 0,0-1 0,1 2 0,-1-1 0,1 0 0,1 1 0,-1 0 0,1 1 0,0-1 0,12-6 0,33-11 0,56-19 0,-41 18 0,-21 9 0,1 3 0,0 2 0,69-6 0,-60 11 0,-35 4 0,-1-1 0,0-1 0,0 0 0,26-9 0,4-2 0,0 2 0,88-9 0,-29 5 0,259-75 0,-267 62 0,104-15 0,-95 23 0,-60 12 0,0 2 0,55 0 0,104 9 0,-68 0 0,-105-2 0,-1 2 0,0 1 0,0 2 0,66 17 0,3 4 0,180 21 0,-221-39 0,9 2 0,77 0 0,-119-9 0,1 3 0,33 6 0,-10 0 0,-22-4 0,-1 2 0,50 20 0,-44-15 0,41 10 0,-71-21 0,-1 0 0,1 0 0,-1 1 0,0-1 0,0 1 0,0 0 0,0 1 0,-1 0 0,1 0 0,-1 0 0,0 0 0,0 1 0,0 0 0,-1 0 0,0 0 0,0 1 0,0-1 0,0 1 0,-1 0 0,0 0 0,0 0 0,-1 1 0,2 6 0,-2-8 0,-1 0 0,-1 0 0,1 0 0,-1 0 0,0 1 0,0-1 0,0 0 0,-1 0 0,1 0 0,-1 0 0,-1 0 0,1 0 0,-1 0 0,1-1 0,-2 1 0,1-1 0,0 1 0,-1-1 0,0 1 0,0-1 0,0 0 0,0-1 0,-1 1 0,1 0 0,-1-1 0,0 0 0,0 0 0,-1 0 0,1 0 0,-9 3 0,-57 23 0,0-3 0,-146 32 0,153-45 0,0-4 0,-96 4 0,-131-15 0,119-1 0,-1819 3 0,1834-13 0,21 0 0,-196 12 0,170 2 0,154-1 0,0-1 0,0 1 0,0-1 0,0-1 0,0 1 0,0-1 0,0-1 0,1 1 0,-1-1 0,1 0 0,0 0 0,-11-9 0,14 10 0,1 0 0,0 0 0,0 0 0,0 0 0,0-1 0,0 1 0,0 0 0,0-1 0,1 0 0,-1 1 0,1-1 0,0 0 0,0 0 0,0 0 0,0 0 0,1 0 0,-1 0 0,1 0 0,0 0 0,-1 0 0,1 0 0,1 0 0,-1 0 0,0 0 0,1 0 0,0 0 0,-1 0 0,1 0 0,0 0 0,1 1 0,1-6 0,0 4 0,-1 0 0,1 0 0,0 0 0,-1 0 0,2 1 0,-1 0 0,0-1 0,1 1 0,-1 0 0,1 0 0,0 1 0,0-1 0,0 1 0,0 0 0,1 0 0,-1 0 0,0 1 0,1 0 0,5-1 0,8-1 0,0 0 0,1 2 0,29 1 0,-22 1 0,118 2 0,124-3 0,-78-23 0,-32 11 0,102-5 0,-246 17 0,352-16 0,285-81 0,-591 87 0,-28 5 0,192-25 0,90-7 0,-171 16 0,153-1 0,-209 22 0,442 3 0,-479 1 0,0 2 0,0 2 0,92 28 0,-137-34 0,0-1 0,0 1 0,0 0 0,0 1 0,-1-1 0,1 1 0,-1 0 0,0 0 0,0 0 0,0 0 0,0 1 0,0 0 0,4 5 0,-6-5 0,0-1 0,0 1 0,-1-1 0,1 1 0,-1 0 0,0 0 0,0-1 0,0 1 0,-1 0 0,1 0 0,-1 0 0,0 0 0,0 0 0,0 0 0,-1 0 0,1 0 0,-1-1 0,-2 7 0,2-6 0,0-1 0,-1 0 0,1 0 0,-1 1 0,0-1 0,0 0 0,0 0 0,0-1 0,0 1 0,-1 0 0,1-1 0,-1 1 0,1-1 0,-1 0 0,0 0 0,0 0 0,0 0 0,-4 1 0,-6 2 0,-1 0 0,1 0 0,-20 2 0,-7 3 0,4 1 0,-181 64 0,79-29 0,33-13 0,-43 16 0,-3-6 0,-264 39 0,236-53 0,-145 19 0,215-43 0,1-4 0,0-5 0,-153-25 0,-21 9 0,195 16 0,-48-7 0,-36-2 0,-350 13 0,242 1 0,260-2 0,-1-1 0,-35-9 0,-20-2 0,217 15 0,-84-3 0,0 2 0,94 14 0,-27 11 0,236 36 0,-274-53 0,197 10 0,1479-20 0,-1720-1 0,68-12 0,-29 2 0,-42 5 0,-1-2 0,-1-2 0,0-1 0,59-27 0,-88 35 0,4 0 0,0 0 0,0 0 0,1 2 0,0 0 0,25-1 0,33-6 0,-61 6 0,0-1 0,0 0 0,18-11 0,9-3 0,9 0 0,-25 11 0,-1-1 0,0-1 0,0 0 0,-1-2 0,-1 0 0,30-22 0,-49 32 0,0 1 0,1 0 0,-1 0 0,1-1 0,-1 1 0,0 0 0,1-1 0,-1 1 0,0 0 0,1-1 0,-1 1 0,0-1 0,0 1 0,1 0 0,-1-1 0,0 1 0,0-1 0,0 1 0,0-1 0,0 1 0,1-1 0,-1 1 0,0-1 0,0 1 0,0-1 0,0 1 0,0 0 0,-1-1 0,1 1 0,0-1 0,0 1 0,0-1 0,0 1 0,0-1 0,-1 1 0,1-1 0,0 1 0,0 0 0,-1-1 0,1 1 0,0 0 0,0-1 0,-1 1 0,1-1 0,-1 1 0,1 0 0,0 0 0,-1-1 0,1 1 0,-1 0 0,1 0 0,0 0 0,-1-1 0,1 1 0,-1 0 0,0 0 0,-34-9 0,25 7 0,-29-10 0,-65-29 0,91 36 0,-1 1 0,0 0 0,1 0 0,-1 2 0,-28-3 0,-72 6 0,59 0 0,-38-4 0,-149-26 0,102 10 0,69 9 0,20 3 0,-69-2 0,-1290 10 0,1366 2 0,-1 1 0,1 3 0,-45 12 0,-27 5 0,-50-4 0,-68 13 0,172-23 0,0-3 0,0-3 0,-87-4 0,61-1 0,30-2 0,-68-12 0,61 6 0,56 8 0,0-1 0,1 0 0,-1-1 0,1 0 0,-1 0 0,1-1 0,0 0 0,1 0 0,-1-1 0,1 0 0,-8-7 0,12 10 0,1 0 0,0 0 0,-1 0 0,1-1 0,0 1 0,0 0 0,1-1 0,-1 0 0,0 1 0,1-1 0,0 0 0,-1 0 0,1 0 0,0 0 0,1 0 0,-1 0 0,0 0 0,1 0 0,0 0 0,0 0 0,-1 0 0,2 0 0,-1 0 0,0 0 0,1 0 0,-1 0 0,1 0 0,0 0 0,0 0 0,0 0 0,1 0 0,-1 0 0,1 1 0,2-5 0,0 3 0,-1 1 0,1-1 0,-1 1 0,1 0 0,0 1 0,0-1 0,0 1 0,1-1 0,-1 1 0,1 0 0,-1 1 0,1-1 0,-1 1 0,1 0 0,0 0 0,9 0 0,10-1 0,0 2 0,27 2 0,-35-1 0,66 8 0,-1 3 0,0 4 0,100 34 0,-128-32 0,-36-12 0,0 0 0,0-1 0,0-1 0,30 4 0,325 27 0,-223-21 0,231-8 0,-239-8 0,533-57 0,-488 35 0,46 6 0,242 13 0,-357 6 0,-89 0 0,-1 2 0,0 0 0,53 14 0,-151-14 0,37-8 0,0-1 0,1-2 0,-60-22 0,25 8 0,-392-131 0,109 36 0,137 50-243,-461-169-339,590 200 350,3-5-1,1-2 1,2-5 0,2-2-1,-117-102 1,104 64-5740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7T12:30:20.76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7T12:31:12.471"/>
    </inkml:context>
    <inkml:brush xml:id="br0">
      <inkml:brushProperty name="width" value="0.2" units="cm"/>
      <inkml:brushProperty name="height" value="0.2" units="cm"/>
      <inkml:brushProperty name="color" value="#4D4D4D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7T12:31:13.591"/>
    </inkml:context>
    <inkml:brush xml:id="br0">
      <inkml:brushProperty name="width" value="0.2" units="cm"/>
      <inkml:brushProperty name="height" value="0.2" units="cm"/>
      <inkml:brushProperty name="color" value="#4D4D4D"/>
    </inkml:brush>
  </inkml:definitions>
  <inkml:trace contextRef="#ctx0" brushRef="#br0">0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7T12:31:14.769"/>
    </inkml:context>
    <inkml:brush xml:id="br0">
      <inkml:brushProperty name="width" value="0.2" units="cm"/>
      <inkml:brushProperty name="height" value="0.2" units="cm"/>
      <inkml:brushProperty name="color" value="#4D4D4D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7T12:31:15.473"/>
    </inkml:context>
    <inkml:brush xml:id="br0">
      <inkml:brushProperty name="width" value="0.2" units="cm"/>
      <inkml:brushProperty name="height" value="0.2" units="cm"/>
      <inkml:brushProperty name="color" value="#4D4D4D"/>
    </inkml:brush>
  </inkml:definitions>
  <inkml:trace contextRef="#ctx0" brushRef="#br0">0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7T12:32:15.620"/>
    </inkml:context>
    <inkml:brush xml:id="br0">
      <inkml:brushProperty name="width" value="0.2" units="cm"/>
      <inkml:brushProperty name="height" value="0.2" units="cm"/>
      <inkml:brushProperty name="color" value="#4D4D4D"/>
    </inkml:brush>
  </inkml:definitions>
  <inkml:trace contextRef="#ctx0" brushRef="#br0">0 1029 24575,'4'5'0,"1"0"0,-2 1 0,1-1 0,0 1 0,-1 0 0,4 11 0,9 15 0,6 2 0,1-2 0,40 43 0,-51-62 0,0-1 0,1 0 0,0-1 0,1-1 0,1 0 0,-1-1 0,2 0 0,16 7 0,-25-14 0,-1 0 0,0 0 0,1-1 0,-1 0 0,1 0 0,-1 0 0,1-1 0,0 0 0,-1 0 0,1 0 0,0-1 0,-1 0 0,1-1 0,6-2 0,-3 1 0,-2-1 0,1-1 0,0 0 0,-1 0 0,0 0 0,0-1 0,-1 0 0,13-13 0,-3-1 0,-2 0 0,0-1 0,-1 0 0,0-1 0,-2-1 0,13-33 0,-14 29 0,-2-1 0,0 0 0,8-48 0,-16 67 0,1 1 0,-2-1 0,1 0 0,-1 0 0,-1 0 0,0 0 0,0 0 0,0 0 0,-1 1 0,-1-1 0,1 0 0,-1 1 0,-1 0 0,0 0 0,0 0 0,-6-9 0,1 6 0,2 0 0,-1 1 0,-1 0 0,1 0 0,-15-11 0,20 19 0,1 1 0,-1-1 0,1 0 0,-1 1 0,0-1 0,0 1 0,1 0 0,-1 0 0,0 0 0,0 0 0,0 1 0,0-1 0,0 1 0,-1 0 0,1 0 0,0 0 0,0 0 0,0 0 0,0 1 0,0-1 0,0 1 0,0 0 0,-5 2 0,0 1 0,0 0 0,0 1 0,0 0 0,1 1 0,0 0 0,0 0 0,1 0 0,-1 1 0,1 0 0,-7 11 0,-6 11 0,-22 47 0,15-25 0,11-20 0,11-22 0,-1 0 0,1 0 0,-2 0 0,1 0 0,-1-1 0,-13 14 0,19-22 0,0 0 0,0 0 0,0 1 0,-1-1 0,1 0 0,0 0 0,0 0 0,0 0 0,-1 0 0,1 0 0,0 0 0,0 0 0,0 1 0,-1-1 0,1 0 0,0 0 0,0 0 0,-1 0 0,1 0 0,0 0 0,0 0 0,-1 0 0,1-1 0,0 1 0,0 0 0,0 0 0,-1 0 0,1 0 0,0 0 0,0 0 0,-1 0 0,1 0 0,0-1 0,0 1 0,0 0 0,0 0 0,-1 0 0,1 0 0,0-1 0,0 1 0,0 0 0,0 0 0,0 0 0,-1-1 0,1 1 0,0 0 0,0 0 0,0 0 0,0-1 0,0 1 0,0 0 0,0 0 0,0-1 0,0 1 0,0 0 0,0 0 0,0-1 0,0 1 0,-1-11 0,0-1 0,0 1 0,1 0 0,1-1 0,2-11 0,0-13 0,1-33 0,9-332 0,-15 347 0,-2 0 0,-3 1 0,-2 0 0,-3 0 0,-25-73 0,34 119 0,0 0 0,0 0 0,0 0 0,-1 0 0,0 1 0,0 0 0,-7-8 0,10 13 0,0 0 0,1 1 0,-1-1 0,0 0 0,0 1 0,0-1 0,1 1 0,-1-1 0,0 1 0,0 0 0,0-1 0,0 1 0,0 0 0,0-1 0,0 1 0,0 0 0,0 0 0,0 0 0,0 0 0,0 0 0,0 0 0,0 0 0,-2 1 0,1 0 0,0 0 0,1 0 0,-1 1 0,0-1 0,0 0 0,1 1 0,-1 0 0,1-1 0,-1 1 0,1 0 0,0 0 0,0 0 0,-1 0 0,1 0 0,-1 3 0,-9 22 0,1 1 0,1 0 0,2 1 0,-8 56 0,1 124 0,13-184-119,0-6 204,1 0-1,3 26 0,-2-39-199,0-1-1,0 1 1,0-1 0,1 0-1,0 0 1,0 0 0,1 0-1,-1 0 1,1 0 0,0 0 0,0-1-1,7 7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7T12:32:34.348"/>
    </inkml:context>
    <inkml:brush xml:id="br0">
      <inkml:brushProperty name="width" value="0.2" units="cm"/>
      <inkml:brushProperty name="height" value="0.2" units="cm"/>
      <inkml:brushProperty name="color" value="#2D3133"/>
    </inkml:brush>
  </inkml:definitions>
  <inkml:trace contextRef="#ctx0" brushRef="#br0">514 1582 24575,'3'86'0,"14"86"0,-7-83 0,4 42-207,35 288-781,31-3 1360,-77-406-350,-2-3-10,0 0 1,1 0 0,0-1 0,0 1 0,1 0 0,-1-1 0,1 0 0,1 0 0,-1 0 0,1 0-1,6 7 1,-9-13-13,0 1 0,-1-1 0,1 1 0,0-1 0,0 1 0,0-1 0,0 0 0,0 1 0,-1-1 0,1 0 0,0 0 0,0 0 0,0 0 0,0 1 0,0-1 0,0-1 0,0 1 0,0 0 0,0 0 0,0 0 0,0 0 0,-1-1 0,1 1 0,0 0 0,0-1 0,0 1 0,0-1 0,-1 1 0,1-1 0,0 1 0,1-2 0,3-4 0,1 1 0,-1-1 0,-1-1 0,1 1 0,-1-1 0,0 0 0,4-11 0,57-145 0,21-109-336,179-757-1064,-140 522 1120,-43 187 280,-57 224-16,124-423-245,-141 501 261,-15 49 0,-69 207 0,1-23 131,-132 361 547,-191 558-655,305-836 219,85-276-235,8-23-7,0 1-1,0 0 1,0 0 0,0 0-1,0 0 1,-1 0 0,1 0-1,0 0 1,0 0 0,0 0 0,0 0-1,0 0 1,0-1 0,0 1-1,0 0 1,0 0 0,0 0 0,0 0-1,0 0 1,0 0 0,-1 0-1,1 0 1,0 0 0,0 0-1,0 0 1,0 0 0,0 0 0,0 0-1,0 0 1,0 0 0,0 0-1,0 0 1,-1 0 0,1 0-1,0 0 1,0 0 0,0 0 0,0 0-1,0 0 1,0 0 0,0 0-1,0 0 1,0 0 0,0 0-1,0 0 1,-1 1 0,1-1 0,0 0-1,0 0 1,0 0 0,0 0-1,0 0 1,0 0 0,0 0 0,0 0-1,0 0 1,0 0 0,0 0-1,0 0 1,0 1 0,5-43 322,51-144 1243,-36 128-1575,377-1093-1039,-487 1404 1049,-4 16-393,28-81 62,-371 1101-1440,418-1227 1771,19-55-49,7-13 0,13-25 538,153-317 2461,-75 142-2747,-73 154-203,-7 12 0,27-41 0,-37 72 0,-5 11 0,-6 22 0,-65 216 0,22-88 0,-55 209 0,87-322 0,17-57 0,1 0 0,1 0 0,8-21 0,3-10 0,100-323-178,166-553-523,-281 923 701,36-146 0,-37 147 0,0 0 0,1 0 0,-1 0 0,0 0 0,0 0 0,1 0 0,-1 0 0,0 0 0,0 0 0,0 0 0,0 0 0,0 0 0,-1 0 0,1 0 0,0 0 0,0 0 0,-1 0 0,1 0 0,-1-1 0,-12 19 0,-86 171 595,40-72-311,36-80-284,23-35 0,0-1 0,-1 0 0,1 0 0,0 1 0,0-1 0,0 0 0,-1 0 0,1 1 0,0-1 0,0 0 0,-1 0 0,1 0 0,0 0 0,-1 0 0,1 1 0,0-1 0,-1 0 0,1 0 0,0 0 0,0 0 0,-1 0 0,1 0 0,0 0 0,-1 0 0,1 0 0,0 0 0,-1 0 0,1 0 0,0 0 0,-1 0 0,1 0 0,0 0 0,0-1 0,-1 1 0,1 0 0,0 0 0,-1 0 0,1 0 0,0-1 0,0 1 0,-1 0 0,1 0 0,0 0 0,0-1 0,0 1 0,-1 0 0,1-1 0,0 1 0,0 0 0,0 0 0,0-1 0,0 1 0,0 0 0,-1-1 0,1 1 0,0 0 0,0-1 0,0 1 0,0 0 0,0 0 0,0-1 0,0 1 0,0 0 0,0-1 0,1 0 0,-2-19 0,1 0 0,0 0 0,2 0 0,0 0 0,9-32 0,-6 29 0,101-410 0,18-99 0,-123 521 0,-6 16 0,-24 40 0,-27 57 0,9-14 0,-91 171-468,-248 515-2005,-59 116 2581,419-840-113,16-29 6,-1-1-1,-15 22 0,20-36 0,3-12 0,2-11 0,1 1 1,0-1 0,1 1-1,5-26 1,0 1 464,74-449 1984,-19 138-2529,-55 310 80,-4 33 0,-1 19 0,-1 30 0,0-33 0,-3 102 0,-1-22 0,5 1 0,14 119 0,-14-204 0,8 37 0,-9-39 0,0-1 0,0 1 0,0 0 0,1 0 0,-1 0 0,0 0 0,1-1 0,-1 1 0,0 0 0,1 0 0,-1 0 0,1-1 0,-1 1 0,1 0 0,0-1 0,-1 1 0,1 0 0,0-1 0,-1 1 0,1-1 0,0 1 0,0-1 0,-1 0 0,1 1 0,0-1 0,0 0 0,0 1 0,0-1 0,-1 0 0,1 0 0,0 0 0,0 0 0,0 0 0,0 0 0,1 0 0,3-3 0,0-1 0,0 0 0,-1 0 0,1 0 0,-1 0 0,0-1 0,0 1 0,5-10 0,76-115 0,312-560-1181,-1-2 458,-359 637 723,-37 53 0,0 0 0,1 0 0,0 0 0,-1 0 0,1 0 0,0 0 0,-1 0 0,1 1 0,0-1 0,0 0 0,0 0 0,-1 0 0,1 1 0,0-1 0,0 1 0,0-1 0,0 1 0,0-1 0,0 1 0,1-1 0,-1 1 0,0 0 0,0 0 0,2-1 0,-2 3 0,0 0 0,0 0 0,0-1 0,0 1 0,-1 0 0,1 0 0,0 0 0,-1 0 0,1 0 0,-1 0 0,0 0 0,0 0 0,0 0 0,0 0 0,0 0 0,0 3 0,-3 59 0,-2-1 0,-14 66 0,11-83 0,-139 722-861,-31 3-54,170-739 913,-11 54 2,20-77 0,9-24 0,89-221 0,-76 178 0,147-395 1105,-20-12 232,-145 436-1173,-19 59-173,-154 442 1094,162-451-1085,3-14 0,0 0 0,1 0 0,0 1 0,0-1 0,1 1 0,0 0 0,1-1 0,0 13 0,4-17 0,6-11 0,11-21 0,-2-1 0,19-37 0,-17 27 0,344-665 0,-345 667 0,-13 34 0,-5 15 0,-20 68 0,-31 104 0,-30 98-403,-415 1283-1638,405-1307 1933,87-248 108,9-20 0,18-40 0,255-529-772,-97 210 2744,-169 341-1731,-4 5-184,1 1 0,2 1 0,0 0 0,18-22 0,-22 37-55,-5 9-6,-4 20 144,-12 24 98,-1 0 1,-34 74-1,-8 28-265,46-113 27,6-23 0,0 0 0,-10 22 0,10-32 0,4-14 0,18-68 0,50-135 0,-34 116 0,27-79 0,101-330 0,-152 472 0,-11 45 0,-15 55 0,-54 127 0,155-411 0,-66 184 0,-19 35 0,-1 0 0,1 1 0,-1-1 0,1 0 0,-1 1 0,1-1 0,0 1 0,-1-1 0,1 1 0,0-1 0,-1 1 0,1-1 0,0 1 0,0-1 0,-1 1 0,1 0 0,2-1 0,-3 2 0,1-1 0,-1 0 0,1 1 0,0-1 0,-1 0 0,1 1 0,-1-1 0,1 1 0,-1-1 0,1 1 0,-1-1 0,1 1 0,-1-1 0,0 1 0,1-1 0,-1 1 0,0 0 0,1-1 0,-1 1 0,0 0 0,0-1 0,0 1 0,0 0 0,1-1 0,-1 1 0,0 1 0,1 14 0,0 1 0,0 0 0,-2-1 0,0 1 0,-6 30 0,6-42 0,-45 237 0,-104 315 0,138-517 0,7-18 0,-1-1 0,-2-1 0,0 0 0,-1 0 0,-13 22 0,21-41 0,1 0 0,-1 0 0,1 0 0,-1-1 0,0 1 0,1 0 0,-1 0 0,0-1 0,1 1 0,-1 0 0,0-1 0,0 1 0,0-1 0,0 1 0,0-1 0,0 1 0,0-1 0,-1 1 0,1-2 0,1 1 0,-1 0 0,1 0 0,-1-1 0,1 1 0,-1 0 0,1-1 0,-1 1 0,1-1 0,-1 1 0,1 0 0,-1-1 0,1 1 0,0-1 0,-1 1 0,1-1 0,0 0 0,-1 1 0,1-1 0,0 1 0,0-1 0,-1 1 0,1-1 0,0 0 0,0 1 0,0-1 0,0 0 0,0 1 0,0-1 0,0-1 0,0-12 0,1 0 0,0-1 0,1 1 0,0 0 0,7-21 0,-4 18 0,110-381 0,-113 393 0,1-4 0,0-1 0,1 1 0,0 0 0,10-16 0,-14 25 0,0 0 0,0-1 0,0 1 0,0 0 0,0-1 0,1 1 0,-1 0 0,0-1 0,0 1 0,0 0 0,1 0 0,-1-1 0,0 1 0,0 0 0,1 0 0,-1 0 0,0-1 0,0 1 0,1 0 0,-1 0 0,0 0 0,1 0 0,-1-1 0,0 1 0,1 0 0,-1 0 0,0 0 0,1 0 0,-1 0 0,0 0 0,1 0 0,-1 0 0,0 0 0,1 0 0,-1 0 0,0 0 0,1 0 0,-1 1 0,0-1 0,1 0 0,-1 0 0,0 0 0,1 0 0,-1 0 0,0 1 0,0-1 0,1 0 0,-1 0 0,0 1 0,0-1 0,1 0 0,-1 0 0,0 1 0,0-1 0,0 0 0,0 1 0,1-1 0,-1 0 0,0 0 0,0 1 0,0-1 0,0 0 0,0 1 0,0-1 0,0 0 0,0 1 0,0 0 0,4 25 0,-4-25 0,3 101 0,-4-101 0,1-1 0,0 0 0,0 0 0,0 1 0,0-1 0,0 0 0,0 1 0,0-1 0,0 0 0,0 0 0,0 1 0,0-1 0,0 0 0,0 1 0,0-1 0,0 0 0,0 0 0,0 1 0,0-1 0,0 0 0,0 0 0,0 1 0,0-1 0,0 0 0,1 0 0,-1 1 0,0-1 0,0 0 0,0 0 0,0 1 0,1-1 0,-1 0 0,0 0 0,0 0 0,1 0 0,-1 1 0,0-1 0,0 0 0,1 0 0,-1 0 0,0 0 0,0 0 0,1 0 0,-1 0 0,0 0 0,1 0 0,-1 0 0,0 0 0,1 0 0,10-15 0,7-29 0,-9 19 0,3-7 0,8-38 0,-18 43 0,-2 27 0,0 0 0,-1-1 0,1 1 0,0-1 0,0 1 0,0-1 0,0 1 0,-1-1 0,1 1 0,0 0 0,0-1 0,-1 1 0,1 0 0,0-1 0,-1 1 0,1 0 0,0-1 0,-1 1 0,1 0 0,0-1 0,-1 1 0,1 0 0,-1 0 0,1 0 0,-1-1 0,1 1 0,-1 0 0,-2 1 0,0-1 0,1 1 0,-1 0 0,1 0 0,-1 0 0,1 0 0,0 0 0,-1 1 0,1-1 0,0 1 0,0-1 0,0 1 0,0 0 0,0 0 0,-3 3 0,-40 46 0,-76 111 0,60-75 0,-68 98 0,-33 45 0,154-219 0,4-5 0,0 0 0,0 0 0,-1 0 0,0 0 0,0-1 0,0 0 0,-1 0 0,0-1 0,0 1 0,-7 3 0,13-8 0,-1 0 0,0 0 0,1 1 0,-1-1 0,0 0 0,0 0 0,1 0 0,-1 0 0,0 0 0,1 0 0,-1-1 0,0 1 0,0 0 0,1 0 0,-1 0 0,0-1 0,1 1 0,-1 0 0,0-1 0,1 1 0,-1 0 0,1-1 0,-1 1 0,1-1 0,-1 1 0,0-1 0,1 1 0,0-1 0,-1 0 0,1 1 0,-1-1 0,1 0 0,0 1 0,-1-1 0,1 0 0,0 0 0,-7-28 0,7-6 0,1 0 0,2 0 0,1 1 0,2 0 0,11-36 0,10-72 0,-27 131 0,0 1 0,0-1 0,-1 1 0,-1-1 0,-4-18 0,3 17 0,0 0 0,1 0 0,0-24 0,2 25 0,1 0 0,0 0 0,1 0 0,0 1 0,0-1 0,1 1 0,1-1 0,0 1 0,0 0 0,1 0 0,8-11 0,3 6 0,-15 15 0,-1 0 0,1 0 0,-1 0 0,1-1 0,-1 1 0,1 0 0,-1 0 0,1 0 0,-1 0 0,1 0 0,-1 0 0,1 0 0,-1 0 0,1 1 0,-1-1 0,1 0 0,-1 0 0,1 0 0,-1 0 0,1 1 0,-1-1 0,1 0 0,-1 0 0,1 1 0,1 2 0,0-1 0,-1 0 0,1 1 0,-1 0 0,0-1 0,1 1 0,-1 0 0,-1 0 0,1 0 0,0 0 0,0 0 0,-1 4 0,9 77 0,-4 165 0,-6-174 0,-59 884-585,59-953 585,0 6 0,-1 0 0,0 0 0,-1 0 0,0 0 0,-6 13 0,9-25 0,0-1 0,0 1 0,-1 0 0,1 0 0,0-1 0,0 1 0,0 0 0,0 0 0,0 0 0,0 0 0,0-1 0,-1 1 0,1 0 0,0 0 0,0 0 0,0 0 0,0 0 0,-1-1 0,1 1 0,0 0 0,0 0 0,0 0 0,-1 0 0,1 0 0,0 0 0,0 0 0,0 0 0,-1 0 0,1 0 0,0 0 0,0 0 0,0 0 0,-1 0 0,1 0 0,0 0 0,0 0 0,-1 0 0,1 0 0,0 0 0,0 0 0,0 0 0,-1 0 0,1 0 0,0 0 0,0 1 0,0-1 0,0 0 0,-1 0 0,1 0 0,0 0 0,0 0 0,0 1 0,0-1 0,0 0 0,-1 0 0,1 0 0,0 1 0,0-1 0,0 0 0,0 0 0,0 1 0,-4-26 0,5-16 111,2 0 0,2-1 0,1 1 0,15-49 0,-11 49-81,47-194-30,19-90 0,-56 222 0,7-123 0,-26 210 0,0 7 0,0 1 0,-1 0 0,0-1 0,-3-14 0,3 22 0,1 1 0,-1 0 0,0 0 0,0 0 0,0-1 0,0 1 0,0 0 0,-1 0 0,1 0 0,0-1 0,0 1 0,0 0 0,0 0 0,0 0 0,0 0 0,0-1 0,0 1 0,0 0 0,0 0 0,-1 0 0,1 0 0,0 0 0,0-1 0,0 1 0,0 0 0,0 0 0,-1 0 0,1 0 0,0 0 0,0 0 0,0 0 0,0 0 0,-1 0 0,1-1 0,0 1 0,0 0 0,0 0 0,-1 0 0,1 0 0,0 0 0,0 0 0,0 0 0,-1 0 0,-6 9 0,-4 14 0,10-22 0,-2 5-227,0 1-1,-1 0 1,0-1-1,0 0 1,-7 8-1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7T12:33:48.464"/>
    </inkml:context>
    <inkml:brush xml:id="br0">
      <inkml:brushProperty name="width" value="0.2" units="cm"/>
      <inkml:brushProperty name="height" value="0.2" units="cm"/>
      <inkml:brushProperty name="color" value="#2D3133"/>
    </inkml:brush>
  </inkml:definitions>
  <inkml:trace contextRef="#ctx0" brushRef="#br0">1827 517 24575,'-620'-13'-960,"249"2"-62,183 8 966,-382-23 1023,514 16-912,36 0-68,19 5 41,12-1 126,8 3 57,-1 0 0,0 1 0,27 0-1,-6 0-206,210-11-37,465-32-769,-4-52 695,-686 90 222,-49 5 555,-784 54-513,760-47-157,27-4 0,0 2 0,1 0 0,-22 7 0,29-4 0,12 0 0,3-5 0,0 0 0,1 0 0,-1 0 0,1 0 0,0 0 0,-1-1 0,1 1 0,0 0 0,-1-1 0,1 1 0,0-1 0,2 0 0,280 37 0,-188-27 0,260 13 0,-395-28 0,0-2 0,0-2 0,-49-18 0,35 11 0,-269-72 0,292 74 0,20 4 0,10 10 0,0 0 0,0-1 0,0 1 0,0-1 0,0 1 0,0 0 0,0-1 0,1 1 0,-1-1 0,0 1 0,0 0 0,0-1 0,1 1 0,-1 0 0,0-1 0,0 1 0,1 0 0,-1-1 0,0 1 0,1 0 0,-1 0 0,0-1 0,1 1 0,-1 0 0,1 0 0,-1 0 0,0 0 0,1 0 0,-1-1 0,1 1 0,-1 0 0,1 0 0,20-5 0,1 1 0,0 1 0,-1 1 0,1 1 0,37 3 0,-11-1 0,17 0 0,-31 1 0,1-2 0,55-7 0,-88 7 0,-1 0 0,0 0 0,0 0 0,0-1 0,0 1 0,0 0 0,0 0 0,0-1 0,0 1 0,0 0 0,0-1 0,0 1 0,0-1 0,0 0 0,0 1 0,0-1 0,0 0 0,-1 1 0,1-1 0,0 0 0,1-1 0,-3 1 0,1 0 0,0 1 0,0-1 0,0 0 0,-1 0 0,1 1 0,0-1 0,-1 0 0,1 1 0,0-1 0,-1 0 0,1 1 0,-1-1 0,1 1 0,-1-1 0,1 1 0,-1-1 0,0 1 0,1-1 0,-1 1 0,0 0 0,0-1 0,-8-4 0,0 0 0,0 1 0,-15-4 0,-21-4 0,0 2 0,0 2 0,-50-2 0,-139 5 0,217 5 0,31 1 0,6 0 0,127 12 0,104 6 0,-234-19 0,-12 0 0,0-1 0,0 1 0,1 1 0,-1-1 0,0 1 0,0-1 0,0 2 0,0-1 0,8 3 0,-13-3 0,1-1 0,-1 0 0,0 0 0,0 1 0,0-1 0,0 0 0,1 1 0,-1-1 0,0 0 0,0 1 0,0-1 0,0 0 0,0 1 0,0-1 0,0 0 0,0 1 0,0-1 0,0 0 0,0 1 0,0-1 0,0 0 0,0 0 0,0 1 0,0-1 0,0 0 0,0 1 0,-1-1 0,1 0 0,0 1 0,0-1 0,0 0 0,0 0 0,-1 1 0,1-1 0,0 0 0,0 0 0,-1 1 0,1-1 0,0 0 0,0 0 0,-1 0 0,1 0 0,0 1 0,-1-1 0,1 0 0,-1 0 0,-9 6 0,0 0 0,-1-1 0,1 0 0,-1 0 0,0-2 0,0 1 0,-18 2 0,17-3 0,-361 73 0,-1-2 0,367-72 0,1-1 0,-1 1 0,1 0 0,0 0 0,0 1 0,0 0 0,0 0 0,0 0 0,-9 8 0,14-11 0,1 0 0,-1 1 0,1-1 0,-1 0 0,1 1 0,-1-1 0,1 1 0,0-1 0,-1 1 0,1-1 0,0 1 0,-1-1 0,1 1 0,0 0 0,0-1 0,-1 1 0,1-1 0,0 1 0,0 0 0,0-1 0,0 1 0,0-1 0,0 1 0,0 0 0,0-1 0,0 1 0,0 0 0,0-1 0,0 1 0,0-1 0,1 1 0,-1 0 0,0-1 0,0 1 0,1 0 0,1 1 0,0-1 0,-1 0 0,1 1 0,0-1 0,0 0 0,0 0 0,0 0 0,0 0 0,0 0 0,4 0 0,53 9 0,-58-10 0,123 4 0,-449-7 0,287 4 0,654-1 0,-598 0 0,-12 1 0,1-1 0,-1 1 0,0-1 0,1-1 0,-1 1 0,0-1 0,1 0 0,-1-1 0,0 1 0,0-1 0,0 0 0,6-4 0,-12 6 0,0 0 0,0 0 0,0 0 0,0 0 0,0 0 0,1-1 0,-1 1 0,0 0 0,0 0 0,0 0 0,0 0 0,0-1 0,0 1 0,0 0 0,0 0 0,0 0 0,1 0 0,-1-1 0,0 1 0,0 0 0,0 0 0,0 0 0,0-1 0,0 1 0,0 0 0,-1 0 0,1 0 0,0-1 0,0 1 0,0 0 0,0 0 0,0 0 0,0-1 0,0 1 0,0 0 0,0 0 0,0 0 0,-1 0 0,1 0 0,0-1 0,0 1 0,0 0 0,0 0 0,0 0 0,-1 0 0,1 0 0,0 0 0,0 0 0,0-1 0,0 1 0,-1 0 0,1 0 0,0 0 0,0 0 0,0 0 0,-1 0 0,-14-5 0,13 5 0,-56-14 0,37 10 0,0 0 0,0-2 0,0 0 0,1-2 0,-1 0 0,-33-20 0,53 28 0,0-1 0,0 1 0,1-1 0,-1 0 0,0 1 0,0-1 0,0 0 0,0 0 0,1 0 0,-1 0 0,0 0 0,1 0 0,-1 0 0,0 0 0,1 0 0,0 0 0,-1 0 0,1 0 0,-1 0 0,1 0 0,0 0 0,0 0 0,0 0 0,0-1 0,0 1 0,0 0 0,0-2 0,1 1 0,0 0 0,0 0 0,0 0 0,0 0 0,1 0 0,-1 0 0,1 1 0,-1-1 0,1 0 0,0 1 0,-1-1 0,1 1 0,2-2 0,6-3 0,0 1 0,0 0 0,1 0 0,15-5 0,-24 10 0,7-3 0,1 0 0,-1-1 0,12-6 0,-19 10 0,-1-1 0,0 0 0,0 0 0,0 0 0,1 1 0,-1-1 0,0 0 0,0 0 0,-1-1 0,1 1 0,0 0 0,0 0 0,0 0 0,0-2 0,-1 2 0,0 0 0,0 0 0,0 1 0,0-1 0,0 0 0,0 0 0,0 0 0,0 0 0,0 1 0,-1-1 0,1 0 0,0 0 0,-1 1 0,1-1 0,0 0 0,-1 0 0,1 1 0,-1-1 0,1 0 0,-1 1 0,0-1 0,1 1 0,-1-1 0,1 1 0,-1-1 0,-1 0 0,-6-4 0,0 0 0,0 1 0,0 0 0,-1 1 0,1 0 0,-1 0 0,0 1 0,-9-2 0,-28-8 0,47 12 0,-1 0 0,0 0 0,0 0 0,1 0 0,-1-1 0,0 1 0,0 0 0,1 0 0,-1 0 0,0 0 0,0-1 0,1 1 0,-1 0 0,0 0 0,0-1 0,0 1 0,0 0 0,1 0 0,-1-1 0,0 1 0,0 0 0,0-1 0,0 1 0,0 0 0,0 0 0,0-1 0,0 1 0,0 0 0,0-1 0,0 1 0,0 0 0,0-1 0,0 1 0,0 0 0,0 0 0,0-1 0,0 1 0,0 0 0,-1 0 0,1-1 0,0 1 0,0 0 0,0 0 0,0-1 0,-1 1 0,1 0 0,0 0 0,0-1 0,0 1 0,-1 0 0,1 0 0,0 0 0,0 0 0,-1-1 0,1 1 0,0 0 0,-1 0 0,1 0 0,0 0 0,0 0 0,-1 0 0,1 0 0,0 0 0,-1 0 0,1 0 0,0 0 0,-1 0 0,1 0 0,-1 0 0,23-8 0,78-4 0,-161 11 0,25-1 0,0 2 0,-1 1 0,1 2 0,-51 11 0,82-13 0,1 1 0,-1 0 0,0-1 0,1 2 0,-1-1 0,1 0 0,0 1 0,-7 5 0,10-7 0,0 0 0,0 0 0,0 0 0,0 0 0,1 0 0,-1 0 0,0 0 0,1 0 0,-1 0 0,0 1 0,1-1 0,-1 0 0,1 0 0,0 0 0,0 1 0,-1-1 0,1 0 0,0 1 0,0-1 0,0 0 0,0 0 0,0 1 0,0-1 0,1 0 0,-1 1 0,0-1 0,1 0 0,-1 0 0,1 1 0,-1-1 0,1 0 0,-1 0 0,1 0 0,0 0 0,0 0 0,1 2 0,5 4 0,-1-1 0,1 0 0,1 0 0,14 10 0,-14-12 0,-1 1 0,0 0 0,0 1 0,-1-1 0,11 13 0,-16-18 0,-1 1 0,1-1 0,-1 1 0,0-1 0,1 1 0,-1-1 0,0 1 0,1 0 0,-1-1 0,0 1 0,0-1 0,0 1 0,1 0 0,-1-1 0,0 1 0,0 0 0,0-1 0,0 1 0,0-1 0,0 1 0,0 0 0,0-1 0,-1 1 0,1 0 0,0-1 0,0 1 0,0-1 0,-1 1 0,1-1 0,0 1 0,-1 0 0,1-1 0,0 1 0,-1-1 0,1 0 0,-1 1 0,1-1 0,-1 1 0,1-1 0,-1 0 0,1 1 0,-1-1 0,1 0 0,-1 1 0,0-1 0,1 0 0,-2 1 0,-36 8 0,29-7 0,-26 4 0,22-4 0,0 0 0,0 1 0,1 0 0,-13 6 0,24-9 0,-1 0 0,1 1 0,0-1 0,0 1 0,0-1 0,0 1 0,0 0 0,0-1 0,0 1 0,0 0 0,0 0 0,0 0 0,1 0 0,-1-1 0,0 1 0,0 0 0,1 0 0,-1 0 0,1 1 0,-1-1 0,1 0 0,-1 0 0,1 0 0,0 0 0,-1 0 0,1 1 0,0-1 0,0 0 0,0 0 0,0 0 0,0 1 0,0-1 0,0 0 0,0 0 0,1 0 0,-1 1 0,0-1 0,1 0 0,-1 0 0,1 0 0,-1 0 0,1 0 0,0 0 0,-1 0 0,1 0 0,0 0 0,1 1 0,5 6 0,0-1 0,0 0 0,1 0 0,11 8 0,-3-5 0,1-1 0,-1 0 0,2-1 0,-1-1 0,1-1 0,0 0 0,0-1 0,24 3 0,7 3 0,-44-10 0,0 0 0,-1 0 0,1 1 0,0 0 0,0 0 0,-1 1 0,6 2 0,-10-4 0,1-1 0,0 1 0,-1-1 0,1 1 0,-1-1 0,0 1 0,1-1 0,-1 1 0,1-1 0,-1 1 0,0-1 0,1 1 0,-1 0 0,0-1 0,0 1 0,0 0 0,1-1 0,-1 1 0,0 0 0,0-1 0,0 1 0,0 0 0,0 0 0,-1 1 0,1-1 0,-1 1 0,0-1 0,0 0 0,0 1 0,0-1 0,0 0 0,0 0 0,0 1 0,0-1 0,0 0 0,0 0 0,0 0 0,-1-1 0,-1 2 0,-146 87 0,80-51 0,66-36 0,0-1 0,0 1 0,0 0 0,1 0 0,-1 0 0,0 1 0,1-1 0,0 1 0,-1-1 0,1 1 0,-3 5 0,5-7 0,0 0 0,-1 0 0,1 0 0,0 1 0,0-1 0,0 0 0,0 0 0,0 0 0,0 1 0,1-1 0,-1 0 0,0 0 0,1 0 0,-1 0 0,1 1 0,-1-1 0,1 0 0,-1 0 0,1 0 0,0 0 0,-1 0 0,1 0 0,0 0 0,0-1 0,0 1 0,0 0 0,0 0 0,0-1 0,0 1 0,0 0 0,0-1 0,0 1 0,0-1 0,0 0 0,2 1 0,12 5 0,-1-1 0,1-1 0,-1 0 0,1-1 0,0 0 0,26 0 0,-19-1 0,39 8 0,-46-3 0,-15-7 0,0 1 0,0-1 0,1 0 0,-1 0 0,0 0 0,0 0 0,0 1 0,0-1 0,0 0 0,0 0 0,0 0 0,0 0 0,0 1 0,0-1 0,0 0 0,0 0 0,0 0 0,0 1 0,0-1 0,0 0 0,0 0 0,0 0 0,0 1 0,0-1 0,0 0 0,0 0 0,0 0 0,0 1 0,0-1 0,0 0 0,0 0 0,-1 0 0,1 0 0,0 1 0,0-1 0,0 0 0,0 0 0,-1 0 0,-25 12 0,-58 8 0,0-3 0,-1-4 0,-170 3 0,733-19 0,-463 3 0,-10 1 0,0 0 0,0-1 0,0 0 0,0 0 0,0-1 0,-1 1 0,1-1 0,0 0 0,0-1 0,6-1 0,-11 2 0,0 1 0,0-1 0,1 1 0,-1 0 0,0-1 0,0 1 0,0-1 0,0 1 0,0 0 0,0-1 0,0 1 0,0-1 0,0 1 0,0-1 0,0 1 0,0 0 0,0-1 0,0 1 0,0-1 0,-1 1 0,1 0 0,0-1 0,0 1 0,0 0 0,-1-1 0,1 1 0,0 0 0,0-1 0,-1 1 0,1 0 0,0-1 0,-1 1 0,1 0 0,0 0 0,-1-1 0,1 1 0,0 0 0,-1 0 0,1 0 0,-1-1 0,1 1 0,0 0 0,-1 0 0,-21-11 0,-5 3 0,-52-10 0,60 15 0,0 0 0,0-2 0,1 0 0,-1-1 0,1-1 0,-20-11 0,37 18 0,1 0 0,-1 0 0,0-1 0,1 1 0,0 0 0,-1 0 0,1-1 0,-1 1 0,1-1 0,-1 1 0,1 0 0,0-1 0,-1 1 0,1-1 0,0 1 0,-1-1 0,1 1 0,0-1 0,0 1 0,-1-1 0,1 1 0,0-1 0,0 1 0,0-2 0,9-5 0,25 2 0,-33 5 0,172-2 0,-32 1 0,-134 1 0,-4 0 0,1 0 0,-1 0 0,0 0 0,1 0 0,-1-1 0,0 0 0,1 1 0,-1-1 0,0 0 0,0-1 0,0 1 0,5-3 0,-8 4 0,0 0 0,0 0 0,0 0 0,0-1 0,0 1 0,0 0 0,0 0 0,0-1 0,0 1 0,0 0 0,0 0 0,0 0 0,0-1 0,0 1 0,0 0 0,0 0 0,0 0 0,0-1 0,0 1 0,0 0 0,0 0 0,0 0 0,0-1 0,0 1 0,0 0 0,0 0 0,-1 0 0,1 0 0,0-1 0,0 1 0,0 0 0,0 0 0,0 0 0,-1 0 0,1 0 0,0-1 0,0 1 0,0 0 0,-1 0 0,1 0 0,0 0 0,0 0 0,0 0 0,-1 0 0,1 0 0,0 0 0,-1 0 0,-9-5 0,-1 0 0,-1 1 0,1 1 0,0 0 0,-22-3 0,-68-3 0,65 7 0,-276-35 0,431 34 0,395 4 0,-543-1 0,56 0 0,2 0 0,147 0 0,-231 0 0,41 0 0,40 0 0,25 0 0,-30 0 0,-17 0 0,-6 0 0,-34 0 0,17-1 0,1 0 0,-1 2 0,1 0 0,-22 5 0,39-6 0,0 0 0,0 0 0,0 1 0,0-1 0,1 0 0,-1 0 0,0 1 0,0-1 0,0 0 0,0 1 0,1-1 0,-1 1 0,0-1 0,1 1 0,-1-1 0,0 1 0,1-1 0,-2 2 0,11 5 0,30 1 0,88-5 0,-12-1 0,-80 6 0,-25-1 0,-11-6 0,1-1 0,0 1 0,-1-1 0,1 1 0,-1-1 0,1 1 0,-1-1 0,1 1 0,-1-1 0,1 1 0,-1-1 0,1 0 0,-1 1 0,1-1 0,-1 0 0,1 0 0,-1 0 0,0 1 0,1-1 0,-1 0 0,0 0 0,1 0 0,-2 0 0,-46 12 0,0-2 0,-1-2 0,-75 3 0,645-13 0,-547 3 0,-43 8 0,1 0 0,-262 5 0,298-11 0,20 1 0,12-4 0,0 0 0,-1 0 0,1 0 0,0 1 0,0-1 0,0 0 0,0 0 0,0 0 0,0 0 0,0 0 0,0 1 0,0-1 0,0 0 0,0 0 0,0 0 0,0 0 0,0 1 0,0-1 0,0 0 0,0 0 0,0 0 0,0 0 0,0 1 0,0-1 0,0 0 0,0 0 0,0 0 0,0 0 0,0 0 0,0 1 0,1-1 0,-1 0 0,0 0 0,0 0 0,0 0 0,0 0 0,0 0 0,0 0 0,0 1 0,1-1 0,-1 0 0,0 0 0,0 0 0,0 0 0,0 0 0,0 0 0,1 0 0,-1 0 0,0 0 0,0 0 0,0 0 0,0 0 0,1 0 0,-1 0 0,0 0 0,16 5 0,0-1 0,0-1 0,0 0 0,0-1 0,0 0 0,0-2 0,18-1 0,2 2 0,48-1 0,43 2 0,-127-2 0,1 0 0,-1 0 0,0 0 0,1 0 0,-1 0 0,1 0 0,-1 0 0,0 0 0,1 0 0,-1 0 0,1 0 0,-1 0 0,0 0 0,1 0 0,-1 0 0,1 0 0,-1 1 0,0-1 0,1 0 0,-1 0 0,0 0 0,1 1 0,-1-1 0,0 0 0,1 0 0,-1 1 0,0-1 0,0 0 0,1 1 0,-1-1 0,0 0 0,1 1 0,-14 6 0,-28 5 0,-446 53 0,335-58 0,207-6 0,75 10 0,-12 0 0,136-5 0,-126-4 0,-189 0 0,-76 11 0,19 0 0,112-13 0,-25 3 0,27-2 0,18-1 0,631-1 0,-633 1 0,33-2 0,-43 2 0,1 0 0,-1 0 0,0-1 0,0 1 0,0-1 0,0 0 0,0 0 0,0 0 0,0 0 0,0 0 0,0 0 0,0 0 0,0 0 0,-1-1 0,4-2 0,-5 3 0,1 0 0,-1 0 0,0 1 0,0-1 0,0 0 0,0 0 0,1 1 0,-1-1 0,0 0 0,0 0 0,0 1 0,0-1 0,-1 0 0,1 0 0,0 1 0,0-1 0,0 0 0,-1 0 0,1 1 0,0-1 0,-1 0 0,1 1 0,0-1 0,-1 0 0,1 1 0,-1-1 0,1 1 0,-1-1 0,1 1 0,-1-1 0,0 1 0,1-1 0,-1 1 0,0-1 0,1 1 0,-1 0 0,-1-1 0,-30-14 0,29 14 0,-24-8 0,-1 1 0,0 1 0,-29-3 0,35 7 0,18 2 0,-1 1 0,1-1 0,0 0 0,-1 0 0,1-1 0,0 1 0,0-1 0,0 0 0,0 0 0,0-1 0,-3-2 0,6 5 0,1 0 0,0-1 0,-1 1 0,1 0 0,0 0 0,-1-1 0,1 1 0,0 0 0,0-1 0,0 1 0,-1 0 0,1-1 0,0 1 0,0-1 0,0 1 0,0 0 0,-1-1 0,1 1 0,0-1 0,0 1 0,0 0 0,0-1 0,0 1 0,0-1 0,0 1 0,0-1 0,0 1 0,1 0 0,-1-1 0,0 1 0,0-1 0,0 1 0,0 0 0,1-1 0,-1 1 0,0 0 0,0-1 0,0 1 0,1 0 0,-1-1 0,0 1 0,1 0 0,-1 0 0,1-1 0,21-8 0,42-4 0,2 3 0,86-2 0,-66 6 0,17-2 0,298-28 0,-397 36 0,0-1 0,1 0 0,-2 0 0,1 0 0,0 0 0,0-1 0,0 0 0,7-4 0,-11 6 0,1-1 0,0 1 0,-1-1 0,1 1 0,0-1 0,-1 0 0,1 1 0,-1-1 0,1 0 0,-1 1 0,1-1 0,-1 0 0,0 0 0,1 0 0,-1 1 0,0-1 0,0 0 0,1 0 0,-1 0 0,0 0 0,0 1 0,0-1 0,0 0 0,0 0 0,0 0 0,0 0 0,0 0 0,-1 1 0,1-1 0,0 0 0,-1 0 0,1 0 0,0 0 0,-1 1 0,1-1 0,-1 0 0,1 1 0,-1-1 0,1 0 0,-1 1 0,1-1 0,-1 0 0,0 1 0,1-1 0,-1 1 0,-1-1 0,-4-4 0,0 1 0,-1 0 0,1 0 0,-1 0 0,0 1 0,0 0 0,0 1 0,0-1 0,-1 1 0,1 1 0,-8-2 0,-20-1 0,-36 0 0,55 3 0,-22 2 0,29 0 0,0 0 0,1-1 0,-1 0 0,0-1 0,0 0 0,0 0 0,0-1 0,1 0 0,-18-6 0,26 8 0,0 0 0,0 0 0,0 0 0,0-1 0,0 1 0,-1 0 0,1 0 0,0 0 0,0 0 0,0 0 0,0 0 0,0-1 0,0 1 0,0 0 0,0 0 0,0 0 0,-1 0 0,1 0 0,0-1 0,0 1 0,0 0 0,0 0 0,0 0 0,0 0 0,0-1 0,0 1 0,0 0 0,0 0 0,0 0 0,0 0 0,0-1 0,0 1 0,0 0 0,0 0 0,1 0 0,-1 0 0,0-1 0,0 1 0,0 0 0,0 0 0,0 0 0,0 0 0,0 0 0,0-1 0,1 1 0,-1 0 0,0 0 0,0 0 0,0 0 0,0 0 0,0 0 0,1 0 0,-1 0 0,0 0 0,0 0 0,0 0 0,0 0 0,1-1 0,-1 1 0,0 0 0,0 0 0,0 0 0,0 0 0,1 1 0,13-5 0,57-3 0,-1 3 0,77 6 0,-54 0 0,-75-3 0,-15-2 0,-34-6 0,-100-3 0,-144 5 0,174 7 0,-168 0 0,-134-3 0,389 3 0,6 0 0,0 0 0,0 0 0,0-1 0,0 0 0,0 0 0,0-1 0,-11-4 0,19 6 0,0 0 0,0 0 0,0 0 0,0 0 0,-1 0 0,1-1 0,0 1 0,0 0 0,0 0 0,0 0 0,0 0 0,0 0 0,0-1 0,0 1 0,0 0 0,0 0 0,-1 0 0,1 0 0,0 0 0,0-1 0,0 1 0,0 0 0,0 0 0,0 0 0,0 0 0,0-1 0,0 1 0,0 0 0,1 0 0,-1 0 0,0 0 0,0-1 0,0 1 0,0 0 0,0 0 0,0 0 0,0 0 0,0 0 0,0-1 0,0 1 0,1 0 0,-1 0 0,0 0 0,0 0 0,0 0 0,0 0 0,0 0 0,0 0 0,1-1 0,-1 1 0,0 0 0,0 0 0,0 0 0,0 0 0,1 0 0,-1 0 0,0 0 0,0 0 0,0 0 0,0 0 0,1 0 0,-1 0 0,0 0 0,0 0 0,0 0 0,0 0 0,0 0 0,1 1 0,15-5 0,1 0 0,-1 2 0,1 0 0,-1 1 0,29 2 0,-4-1 0,460-2 0,-214 3 0,-664-1 0,932 0 0,-534-1 0,-26-3 0,-38-3 0,-173-19 0,-390-32 0,583 58 0,-84-9 0,106 9 0,0 0 0,0 0 0,0 0 0,-1 0 0,1 0 0,0-1 0,0 1 0,0 0 0,0-1 0,-1 1 0,1-1 0,0 0 0,0 1 0,0-1 0,0 0 0,-1-1 0,3 2 0,-1-1 0,1 0 0,0 0 0,-1 0 0,1 1 0,0-1 0,0 0 0,-1 1 0,1-1 0,0 1 0,0-1 0,0 1 0,0-1 0,0 1 0,0 0 0,0-1 0,0 1 0,0 0 0,0 0 0,0 0 0,1 0 0,51-13 0,1 4 0,88-6 0,-64 8 0,223-19 0,447-58 0,-733 82 0,-9 1 0,1 1 0,-1-1 0,1-1 0,-1 1 0,0-1 0,0 0 0,0-1 0,0 1 0,11-7 0,-17 9 0,0-1 0,1 1 0,-1 0 0,0-1 0,0 1 0,1 0 0,-1-1 0,0 1 0,0-1 0,0 1 0,0 0 0,1-1 0,-1 1 0,0-1 0,0 1 0,0-1 0,0 1 0,0 0 0,0-1 0,0 1 0,0-1 0,0 1 0,0-1 0,0 1 0,0 0 0,-1-1 0,1 1 0,0-1 0,0 1 0,0-1 0,0 1 0,-1 0 0,1-1 0,0 1 0,-1 0 0,1-1 0,0 1 0,0 0 0,-1-1 0,1 1 0,-1 0 0,1 0 0,0 0 0,-1-1 0,1 1 0,0 0 0,-1 0 0,-24-12 0,-37-5 0,-1 3 0,-101-11 0,121 19 0,-329-22 0,353 27 0,19 1 0,0 0 0,0 0 0,0 0 0,0 0 0,1 0 0,-1 0 0,0 0 0,0 0 0,0 0 0,0 0 0,0 0 0,0 0 0,0 0 0,0 0 0,0 0 0,1 0 0,-1 0 0,0 0 0,0 0 0,0 0 0,0 0 0,0 0 0,0 0 0,0 0 0,0 0 0,0 0 0,0 0 0,0 0 0,1 0 0,-1 0 0,0-1 0,0 1 0,0 0 0,0 0 0,0 0 0,0 0 0,0 0 0,0 0 0,0 0 0,0 0 0,0 0 0,0 0 0,0 0 0,0-1 0,0 1 0,0 0 0,0 0 0,0 0 0,0 0 0,0 0 0,0 0 0,0 0 0,0 0 0,0 0 0,0 0 0,0-1 0,0 1 0,0 0 0,0 0 0,0 0 0,0 0 0,0 0 0,0 0 0,0 0 0,36-7 0,593-43 0,-618 50 0,9 0 0,0-2 0,23-3 0,-43 5 0,1 0 0,0 0 0,0 0 0,-1 0 0,1-1 0,0 1 0,0 0 0,-1 0 0,1 0 0,0-1 0,-1 1 0,1-1 0,0 1 0,-1 0 0,1-1 0,0 1 0,-1-1 0,1 1 0,-1-1 0,1 1 0,-1-1 0,1 0 0,-1 0 0,0 1 0,0-1 0,-1 0 0,1 1 0,0-1 0,-1 1 0,1-1 0,0 1 0,-1 0 0,1-1 0,0 1 0,-1-1 0,1 1 0,-1 0 0,1-1 0,-1 1 0,1 0 0,-1-1 0,1 1 0,-1 0 0,0-1 0,-42-12 0,-26 2 0,-1 4 0,-88 2 0,94 4 0,-577-2 0,232 3 0,1390 0 0,-1020 3 0,0 2 0,0 1 0,1 2 0,-43 14 0,50-14 0,-406 127 0,128-37 0,297-95 0,8-2 0,-1 0 0,1 0 0,0 0 0,0 0 0,0 1 0,0-1 0,0 1 0,1 0 0,-1 1 0,0-1 0,-5 5 0,10-7 0,-1 1 0,0-1 0,0 1 0,0-1 0,0 0 0,1 1 0,-1-1 0,0 1 0,0-1 0,1 0 0,-1 1 0,0-1 0,1 0 0,-1 1 0,0-1 0,1 0 0,-1 0 0,0 1 0,1-1 0,-1 0 0,1 0 0,-1 0 0,1 0 0,-1 1 0,0-1 0,1 0 0,-1 0 0,1 0 0,-1 0 0,1 0 0,-1 0 0,1 0 0,-1 0 0,1-1 0,35 6 0,0-2 0,66-3 0,-40-1 0,779-3 0,-975 5 0,-263 36 0,344-28 0,-137 30 0,189-39 0,0 0 0,1 0 0,-1 0 0,0 1 0,0-1 0,0 0 0,1 0 0,-1 0 0,0 1 0,0-1 0,1 0 0,-1 1 0,0-1 0,1 1 0,-1-1 0,0 1 0,1-1 0,-1 1 0,1-1 0,-1 1 0,0 1 0,20 2 0,316-2 0,-287-4 0,605-66 0,-740 69 0,28-2 0,-146 2 0,205-1 0,0 0 0,0 0 0,0 0 0,0 0 0,0 0 0,0 0 0,0 0 0,0 0 0,0 0 0,0 0 0,0 0 0,0 0 0,0 0 0,0 0 0,0-1 0,0 1 0,0 0 0,0 0 0,0 0 0,0 0 0,0 0 0,0 0 0,0 0 0,0 0 0,0 0 0,0 0 0,0 0 0,0 0 0,0 0 0,0 0 0,0 0 0,13-4 0,23-4 0,473-69 0,-473 72 0,38-10 0,-58 7 0,-33 3 0,-44 1 0,0 3 0,0 2 0,-89 14 0,22-2 0,120-13 0,-26 3 0,27-2 0,19 0 0,33-2 0,1-2 0,58-12 0,93-28 0,-115 24 0,14-2 0,114-11 0,-513 36 0,168-5 0,8 2 0,317 9 0,-55-1 0,641 4 0,-759-12 0,-33 5 0,-445 102 0,34-8 0,232-55 0,190-42 0,10-2 0,18-1 0,663-99 0,-535 70 0,233-75 0,-384 104 0,38-16 0,-24 7 0,-14 9 0,0-1 0,0 1 0,0 0 0,0 0 0,0-1 0,0 1 0,0 0 0,0 0 0,0-1 0,0 1 0,0 0 0,0 0 0,-1-1 0,1 1 0,0 0 0,0 0 0,0-1 0,0 1 0,0 0 0,0 0 0,-1 0 0,1-1 0,0 1 0,0 0 0,0 0 0,0 0 0,-1 0 0,1-1 0,0 1 0,0 0 0,-1 0 0,1 0 0,0 0 0,0 0 0,-1 0 0,1 0 0,0 0 0,0 0 0,-1 0 0,1 0 0,0 0 0,0 0 0,-1 0 0,1 0 0,0 0 0,0 0 0,-1 0 0,1 0 0,0 0 0,-50-5 0,1 2 0,-78 5 0,42 0 0,-340 1 0,514-5 0,0-5 0,93-18 0,173-59 0,-128 7 0,-266 82 0,-219 96 0,239-93 0,2 0 0,-8 2 0,1 1 0,1 1 0,-25 17 0,47-28 0,-1 0 0,1 0 0,-1 1 0,1-1 0,0 0 0,-1 1 0,1-1 0,0 0 0,0 1 0,0-1 0,0 1 0,0 0 0,-1 1 0,2-2 0,0-1 0,0 1 0,0-1 0,0 1 0,0-1 0,0 1 0,0-1 0,0 1 0,1-1 0,-1 1 0,0-1 0,0 1 0,0-1 0,1 1 0,-1-1 0,0 0 0,0 1 0,1-1 0,-1 1 0,0-1 0,1 0 0,-1 1 0,0-1 0,1 0 0,-1 1 0,1-1 0,-1 0 0,0 0 0,1 1 0,0-1 0,3 1 0,0 1 0,1-1 0,-1-1 0,0 1 0,1-1 0,-1 1 0,1-1 0,-1 0 0,7-2 0,37-7 0,0-2 0,-1-3 0,0-2 0,74-36 0,-118 51 0,0 0 0,-1 0 0,1-1 0,0 1 0,-1-1 0,1 0 0,-1 0 0,4-3 0,-6 5 0,0-1 0,0 1 0,0 0 0,0 0 0,0 0 0,1 0 0,-1 0 0,0 0 0,0 0 0,0-1 0,0 1 0,0 0 0,0 0 0,0 0 0,0 0 0,0 0 0,0 0 0,0 0 0,-1-1 0,1 1 0,0 0 0,0 0 0,0 0 0,0 0 0,0 0 0,0 0 0,0 0 0,0-1 0,0 1 0,0 0 0,0 0 0,0 0 0,0 0 0,-1 0 0,1 0 0,0 0 0,0 0 0,0 0 0,0 0 0,0 0 0,0 0 0,0 0 0,-1 0 0,1 0 0,0 0 0,0-1 0,0 1 0,0 0 0,0 0 0,0 0 0,0 0 0,-1 1 0,1-1 0,0 0 0,0 0 0,-19 2 0,7 1 0,-1 0 0,1 0 0,1 1 0,-1 0 0,1 1 0,-1 1 0,-15 10 0,75-29 0,-24 4 0,-1-1 0,-1-1 0,0-1 0,-1 0 0,0-2 0,22-19 0,-29 26 0,-18 19 0,-18 19 0,21-30 0,-17 25 0,18-26 0,0 1 0,0 0 0,0-1 0,-1 1 0,1-1 0,0 1 0,0-1 0,0 1 0,0 0 0,0-1 0,0 1 0,0-1 0,0 1 0,0 0 0,0-1 0,0 1 0,1-1 0,-1 1 0,0-1 0,0 1 0,1-1 0,-1 1 0,0 0 0,1-1 0,-1 0 0,0 1 0,1-1 0,-1 1 0,1-1 0,-1 1 0,0-1 0,1 0 0,-1 1 0,1-1 0,0 0 0,-1 0 0,1 1 0,-1-1 0,1 0 0,-1 0 0,1 0 0,-1 0 0,1 1 0,0-1 0,-1 0 0,2 0 0,0 0 0,0 0 0,0 1 0,1-1 0,-1 1 0,0 0 0,0 0 0,0 0 0,0 0 0,0 0 0,0 0 0,0 0 0,0 1 0,-1-1 0,1 1 0,0-1 0,-1 1 0,1 0 0,-1-1 0,0 1 0,1 0 0,-1 0 0,0 0 0,0 0 0,0 0 0,0 0 0,0 5 0,0 1 0,0 0 0,-1 0 0,0 0 0,-1 0 0,0 0 0,-2 9 0,1-1 0,2-15 0,-1 1 0,1-1 0,0 0 0,-1 1 0,1-1 0,0 1 0,0-1 0,0 1 0,0-1 0,0 0 0,1 1 0,-1-1 0,0 1 0,1-1 0,-1 0 0,1 1 0,-1-1 0,1 0 0,0 1 0,-1-1 0,1 0 0,0 0 0,0 0 0,0 0 0,0 0 0,0 0 0,0 0 0,0 0 0,0 0 0,3 1 0,1 0 0,0-1 0,0 0 0,0-1 0,0 1 0,0-1 0,0 0 0,7-1 0,-7 1 0,0-1 0,-1 1 0,1 0 0,0 0 0,-1 1 0,1-1 0,0 1 0,-1 0 0,1 1 0,6 2 0,-7-2 0,-1 1 0,1 0 0,0 0 0,-1 0 0,0 1 0,0-1 0,0 1 0,0 0 0,-1 0 0,1 0 0,-1 0 0,2 6 0,2 6 0,-1 0 0,4 19 0,-7-23 0,1 0 0,1 0 0,0 0 0,6 12 0,-4-66 0,-6 33 0,1 0 0,-1 0 0,2 0 0,-1 0 0,1 1 0,4-11 0,-5 18 0,-1 0 0,1-1 0,-1 1 0,1 0 0,0 0 0,0-1 0,0 1 0,-1 0 0,1 0 0,0 0 0,0 0 0,1 0 0,-1 0 0,0 0 0,0 1 0,0-1 0,1 0 0,1 0 0,-2 1 0,1 0 0,0 0 0,-1 0 0,1 0 0,-1 0 0,1 0 0,0 1 0,-1-1 0,1 1 0,-1-1 0,1 1 0,-1 0 0,1-1 0,-1 1 0,0 0 0,1 0 0,-1 0 0,0 0 0,0 0 0,2 2 0,-2-2 0,0 0 0,-1-1 0,1 1 0,0 0 0,-1-1 0,1 1 0,0-1 0,0 1 0,-1-1 0,1 1 0,0-1 0,0 0 0,0 1 0,0-1 0,0 0 0,0 0 0,-1 1 0,1-1 0,0 0 0,0 0 0,2 0 0,-2-1 0,-1 1 0,1-1 0,0 1 0,-1-1 0,1 1 0,0-1 0,-1 0 0,1 1 0,-1-1 0,1 1 0,-1-1 0,0 0 0,1 0 0,-1 1 0,0-1 0,1 0 0,-1 0 0,0 1 0,1-3 0,0-6 0,0 0 0,0 0 0,-1-15 0,0 13 0,0-22 0,0-1 0,3 39 0,4 24 0,-1-1 0,-1-1 0,-1 1 0,-2 0 0,-1 54 0,-2-78 0,0-1 0,0 1 0,0-1 0,0 0 0,0 1 0,-1-1 0,1 0 0,-1 0 0,0 0 0,0 0 0,0 0 0,0-1 0,-1 1 0,1-1 0,-1 1 0,0-1 0,1 0 0,-1 0 0,0 0 0,0 0 0,0-1 0,-1 1 0,1-1 0,0 0 0,0 1 0,-1-2 0,-3 2 0,-10 1 0,-1 0 0,1-2 0,-1 0 0,-19-1 0,27 0 0,-816-8 0,452 8 0,1200 0 0,-847 9 0,-33 8 0,37-12 0,-533 142 0,330-92 0,-162 38 0,-7-32 0,339-57 0,0-2 0,-68-5 0,201 0 0,53-3 0,238-39 0,130-61 0,-252 49 0,-233 53 0,-5 1 0,0 0 0,21-8 0,-34 11 0,-1 0 0,1 0 0,-1 0 0,1 0 0,-1-1 0,1 1 0,-1 0 0,1 0 0,-1-1 0,1 1 0,-1 0 0,1-1 0,-1 1 0,1-1 0,-1 1 0,1 0 0,-1-1 0,0 1 0,1-1 0,-1 1 0,0-1 0,0 1 0,1-2 0,-11-4 0,-26 1 0,-577 5 0,561 2 0,-126 4 0,-599 17 0,1657-78-627,-630 33 263,-13 0 364,194-12 0,-410 33 95,-41 2 636,-456 39-566,-56 48-165,513-86 0,19-2 0,0 0 0,0 0 0,0 0 0,0 0 0,0 0 0,0 0 0,0 0 0,0 0 0,0 0 0,0 0 0,0 0 0,0 0 0,0-1 0,0 1 0,0 0 0,1 0 0,-1 0 0,0 0 0,0 0 0,0 0 0,0 0 0,0 0 0,0 0 0,0 0 0,0 0 0,0 0 0,0 0 0,0 0 0,0 0 0,0-1 0,0 1 0,0 0 0,0 0 0,0 0 0,0 0 0,0 0 0,0 0 0,0 0 0,0 0 0,0 0 0,0 0 0,0 0 0,0 0 0,0 0 0,0-1 0,0 1 0,34-12 0,321-68 0,-247 59 0,806-174 0,-880 187 0,-33 7 0,-9 2 0,-57 10 0,-512 158 0,523-151 0,34-13 0,16-4 0,0 0 0,0 0 0,0 0 0,0 1 0,0-1 0,0 1 0,1 0 0,-6 4 0,12-8 0,-1 0 0,1 0 0,0 0 0,0 1 0,1-1 0,-1 1 0,6-2 0,16-6 0,667-301 0,-571 259 0,-182 66 0,-267 124 0,300-126 0,-2 2 0,30-15 0,0 0 0,0 0 0,0 0 0,0 0 0,0 0 0,0 0 0,0 0 0,0 0 0,0 0 0,0 0 0,0 0 0,0 0 0,0 0 0,1 0 0,-1 0 0,0 0 0,0 0 0,0 0 0,0 0 0,0 0 0,0 0 0,0 0 0,0 0 0,0 0 0,0 1 0,0-1 0,0 0 0,0 0 0,0 0 0,0 0 0,0 0 0,0 0 0,0 0 0,0 0 0,0 0 0,0 0 0,0 0 0,0 0 0,0 1 0,0-1 0,0 0 0,16-2 0,23-6 0,22-14 0,70-35 0,-52 20 0,-48 23 0,-24 8 0,-11 4 0,-16 4 0,-40 18 0,2 3 0,0 2 0,-68 40 0,96-48 0,-35 17 0,-192 109 0,254-141 0,0 0 0,0 0 0,0 1 0,0-1 0,0 0 0,1 1 0,-1 0 0,1 0 0,-1 0 0,-1 3 0,4-5 0,0-1 0,-1 1 0,1-1 0,0 1 0,0-1 0,0 1 0,0-1 0,0 1 0,0-1 0,0 1 0,0 0 0,0-1 0,0 1 0,0-1 0,0 1 0,0-1 0,1 1 0,-1-1 0,0 1 0,0-1 0,0 1 0,1-1 0,-1 1 0,0-1 0,1 1 0,1 1 0,-1-1 0,1 0 0,0 0 0,-1 0 0,1 0 0,0 0 0,0-1 0,0 1 0,-1-1 0,1 1 0,3 0 0,37 4 0,0-2 0,0-1 0,64-6 0,-37 1 0,-26 1 0,-26 0 0,0 1 0,0 1 0,0 0 0,-1 1 0,24 5 0,-39-6 0,-1 0 0,1 0 0,0 0 0,-1 0 0,1 1 0,-1-1 0,1 0 0,0 0 0,-1 0 0,1 1 0,-1-1 0,1 0 0,-1 1 0,1-1 0,-1 0 0,1 1 0,-1-1 0,1 1 0,-1-1 0,1 1 0,-1-1 0,0 1 0,1-1 0,-1 1 0,0-1 0,1 2 0,-12 8 0,-30 6 0,37-15 0,-18 7 0,-40 13 0,0-3 0,-93 15 0,135-34 0,20 1 0,-1 0 0,1 0 0,0-1 0,0 1 0,0 0 0,0 0 0,0 0 0,-1 0 0,1 0 0,0-1 0,0 1 0,0 0 0,0 0 0,0 0 0,0 0 0,0-1 0,0 1 0,0 0 0,0 0 0,0 0 0,0-1 0,0 1 0,0 0 0,0 0 0,0 0 0,0 0 0,0-1 0,0 1 0,0 0 0,0 0 0,0 0 0,0-1 0,0 1 0,0 0 0,0 0 0,0 0 0,0 0 0,0-1 0,1 1 0,-1 0 0,0 0 0,0 0 0,0 0 0,0-1 0,3-2 0,1 1 0,-1-1 0,0 0 0,1 1 0,0 0 0,5-3 0,138-58 0,1-1 0,123-77 0,-257 130 0,-13 11 0,-1 0 0,0-1 0,0 1 0,0 0 0,0 0 0,0 0 0,0-1 0,0 1 0,0 0 0,0 0 0,0 0 0,0 0 0,0-1 0,0 1 0,0 0 0,0 0 0,0 0 0,0-1 0,0 1 0,0 0 0,0 0 0,0 0 0,0-1 0,0 1 0,0 0 0,-1 0 0,1 0 0,0 0 0,0 0 0,0-1 0,0 1 0,0 0 0,0 0 0,-1 0 0,1 0 0,0 0 0,0 0 0,0-1 0,0 1 0,-1 0 0,-31-4 0,-3 6 0,1 2 0,-1 1 0,-62 18 0,-101 47 0,-305 174 0,489-237 0,10-5 0,1-1 0,-1 1 0,1-1 0,-1 1 0,1 0 0,0 0 0,0 1 0,0-1 0,0 1 0,0 0 0,1-1 0,-5 6 0,7-7 0,1-1 0,-1 0 0,0 1 0,0-1 0,0 1 0,0-1 0,0 0 0,0 1 0,1-1 0,-1 0 0,0 1 0,0-1 0,0 0 0,1 0 0,-1 1 0,0-1 0,1 0 0,-1 0 0,0 1 0,0-1 0,1 0 0,-1 0 0,0 0 0,1 1 0,-1-1 0,1 0 0,-1 0 0,0 0 0,1 0 0,-1 0 0,0 0 0,1 0 0,-1 0 0,1 0 0,-1 0 0,1 0 0,10 2 0,0-1 0,0-1 0,0 0 0,0 0 0,20-4 0,62-16 0,-42 8 0,126-21 0,-163 28 0,-29 4 0,-13 3 0,1 2 0,-1 1 0,1 1 0,-28 10 0,-107 46 0,118-45 0,-252 109 0,277-119 0,20-10 0,29-12 0,-2 2 0,1 2 0,1 1 0,-1 2 0,1 0 0,1 2 0,-1 1 0,41 0 0,-63 5 0,1 2 0,-1-1 0,1 1 0,12 5 0,28 4 0,-32-11 0,1 0 0,-1-1 0,0-1 0,0-1 0,0 0 0,27-10 0,95-43 0,-134 54 0,44-20 0,-1-1 0,66-44 0,-101 54 0,-13 13 0,0 0 0,0-1 0,0 1 0,0 0 0,0 0 0,0-1 0,0 1 0,0 0 0,0 0 0,0-1 0,0 1 0,0 0 0,0 0 0,0-1 0,0 1 0,0 0 0,0 0 0,0-1 0,0 1 0,0 0 0,0 0 0,-1 0 0,1-1 0,0 1 0,0 0 0,0 0 0,0 0 0,-1-1 0,1 1 0,0 0 0,0 0 0,0 0 0,-1 0 0,1-1 0,-2 1 0,0-1 0,0 1 0,0 0 0,0-1 0,1 1 0,-1 0 0,0 0 0,0 0 0,0 0 0,0 1 0,0-1 0,0 0 0,-3 2 0,-14 5 0,0 1 0,-25 15 0,70-29 0,45-16 0,39-24 0,-52 40 0,-31-5 0,-22 4 0,-18 4 0,-1 4 0,0 0 0,0 1 0,1 1 0,-1 0 0,1 0 0,-21 9 0,-1 3 0,-37 22 0,63-32 0,2-2 0,1 1 0,-1 0 0,1 0 0,-9 8 0,15-12 0,0 0 0,-1 0 0,1 1 0,0-1 0,0 0 0,-1 0 0,1 0 0,0 1 0,0-1 0,0 0 0,-1 1 0,1-1 0,0 0 0,0 1 0,0-1 0,0 0 0,0 1 0,0-1 0,-1 0 0,1 1 0,0-1 0,0 0 0,0 1 0,0-1 0,0 0 0,0 1 0,0-1 0,1 0 0,-1 1 0,0-1 0,0 0 0,0 1 0,0-1 0,0 0 0,0 1 0,1-1 0,-1 0 0,0 1 0,0-1 0,0 0 0,1 0 0,-1 1 0,0-1 0,1 0 0,-1 0 0,0 0 0,0 1 0,1-1 0,-1 0 0,0 0 0,1 0 0,-1 0 0,0 0 0,1 0 0,-1 0 0,0 1 0,1-1 0,-1 0 0,1 0 0,25 3 0,-24-3 0,21 1 0,1-2 0,-1 0 0,0-1 0,0-2 0,0 0 0,0-2 0,-1 0 0,1-1 0,29-15 0,-76 48 0,25-22 0,7-4 0,10-3 0,112-30 0,-120 28 0,-14 4 0,-20 4 0,6 2 0,0 2 0,0 0 0,-18 11 0,24-8 0,20-6 0,24-8 0,17-7 0,-47 8 0,-10 1 0,-15 3 0,-27 8 0,-56 17 0,105-26 0,-1 0 0,1 1 0,-1-1 0,1 1 0,-1-1 0,1 1 0,0 0 0,-1-1 0,1 1 0,0 0 0,-1 0 0,1 0 0,-1 1 0,2-1 0,0-1 0,0 0 0,0 1 0,0-1 0,1 0 0,-1 1 0,0-1 0,0 0 0,0 1 0,1-1 0,-1 0 0,0 0 0,0 1 0,1-1 0,-1 0 0,0 0 0,1 0 0,-1 1 0,0-1 0,1 0 0,-1 0 0,0 0 0,1 0 0,-1 0 0,0 1 0,1-1 0,-1 0 0,0 0 0,1 0 0,-1 0 0,0 0 0,1 0 0,6 1 0,1-1 0,-1 0 0,0 1 0,13-3 0,29-9 0,-1-3 0,88-37 0,-97 36 0,-27 11 0,-15 10 0,-22 11 0,21-14 0,4-3 0,0 1 0,-1-1 0,1 0 0,0 0 0,0 0 0,0 0 0,0 0 0,0 0 0,0 0 0,0 0 0,0 0 0,-1 0 0,1 1 0,0-1 0,0 0 0,0 0 0,0 0 0,0 0 0,0 0 0,0 0 0,0 0 0,0 1 0,0-1 0,0 0 0,0 0 0,0 0 0,0 0 0,0 0 0,0 1 0,0-1 0,0 0 0,0 0 0,0 0 0,0 0 0,0 0 0,0 0 0,0 1 0,0-1 0,0 0 0,0 0 0,0 0 0,0 0 0,1 0 0,-1 0 0,0 0 0,0 0 0,0 1 0,0-1 0,0 0 0,0 0 0,0 0 0,0 0 0,1 0 0,-1 0 0,0 0 0,0 0 0,0 0 0,0 0 0,14 4 0,16-1 0,-9-4 0,25 1 0,-44 0 0,1 0 0,-1 1 0,1-1 0,-1 1 0,1-1 0,-1 1 0,0 0 0,1 0 0,-1 0 0,0 0 0,0 0 0,0 0 0,4 3 0,-6-3 0,1 0 0,-1-1 0,0 1 0,0 0 0,1 0 0,-1-1 0,0 1 0,0 0 0,0-1 0,0 1 0,0 0 0,0 0 0,0-1 0,0 1 0,0 0 0,-1 0 0,1-1 0,0 1 0,0 0 0,-1-1 0,1 1 0,0 0 0,-1-1 0,1 1 0,0 0 0,-1-1 0,1 1 0,-1-1 0,1 1 0,-1-1 0,1 1 0,-1-1 0,0 1 0,1-1 0,-1 0 0,0 1 0,1-1 0,-2 1 0,-32 19 0,27-17 0,0 1 0,-23 15 0,30-18 0,0-1 0,-1 0 0,1 0 0,0 0 0,0 0 0,0 1 0,0-1 0,-1 0 0,1 0 0,0 0 0,0 1 0,0-1 0,0 0 0,0 0 0,0 0 0,0 1 0,0-1 0,0 0 0,0 0 0,0 1 0,0-1 0,0 0 0,0 0 0,0 0 0,0 1 0,0-1 0,0 0 0,0 0 0,0 1 0,0-1 0,0 0 0,0 0 0,0 1 0,0-1 0,0 0 0,1 0 0,-1 0 0,0 0 0,0 1 0,21 4 0,47-6 0,-54-1 0,-1 1 0,1 1 0,0 0 0,0 1 0,0 1 0,21 5 0,-33-7 0,-1 1 0,1-1 0,-1 1 0,1 0 0,-1-1 0,1 1 0,-1 0 0,0 0 0,1 0 0,-1 0 0,0 0 0,0 1 0,1-1 0,-1 0 0,0 1 0,0-1 0,-1 0 0,3 4 0,-3-5 0,0 1 0,0 0 0,0 0 0,0 0 0,0 0 0,0 0 0,-1 0 0,1 0 0,0 0 0,0 0 0,-1-1 0,1 1 0,0 0 0,-1 0 0,1 0 0,-1 0 0,1-1 0,-1 1 0,1 0 0,-1-1 0,0 1 0,1 0 0,-1-1 0,0 1 0,0-1 0,1 1 0,-1-1 0,0 1 0,0-1 0,0 1 0,0-1 0,0 0 0,1 0 0,-3 1 0,-9 3 0,0-1 0,-1 0 0,1-1 0,-1 0 0,-19 0 0,-70-4 0,41-1 0,-551 2 0,605 1 0,0 0 0,0 0 0,0-1 0,0 0 0,1 0 0,-1 0 0,0-1 0,1 0 0,-1-1 0,-10-5 0,13 5 0,1 1 0,-1-1 0,1 0 0,0 0 0,0 0 0,0-1 0,1 1 0,-1-1 0,1 1 0,0-1 0,0 0 0,0 0 0,0 0 0,1 0 0,-1 0 0,1 0 0,0-1 0,0-5 0,-2-10 0,1 0 0,1-1 0,0 1 0,5-38 0,-3 48 0,1 0 0,0 1 0,1 0 0,0-1 0,0 1 0,1 0 0,0 0 0,0 1 0,1-1 0,1 1 0,-1 0 0,9-9 0,111-114 0,-110 114 0,1 2 0,0 0 0,1 1 0,0 0 0,1 2 0,35-19 0,-3 4 0,-40 21 0,0 0 0,0 0 0,1 1 0,0 1 0,13-5 0,12 0 0,-3 0 0,1 2 0,-1 1 0,53-3 0,-35 8 0,156 4 0,-203-3 0,0 1 0,-1-1 0,1 1 0,0 0 0,0 0 0,0 0 0,-1 1 0,1-1 0,0 1 0,-1 0 0,0 0 0,1 0 0,-1 0 0,0 1 0,0-1 0,0 1 0,0 0 0,-1 0 0,1 0 0,-1 0 0,0 0 0,0 1 0,0-1 0,3 7 0,-1 4 0,1 1 0,-2 0 0,0 0 0,-1 1 0,0 17 0,-1-18 0,1 0 0,0-1 0,0 1 0,6 17 0,1-12 0,-1 1 0,-1 0 0,-1 0 0,-1 0 0,0 1 0,-2 0 0,-1 0 0,0 34 0,-3-53 0,1 0 0,-1 0 0,1 0 0,-1 0 0,0 0 0,0 0 0,0 0 0,-1 0 0,1 0 0,-1-1 0,1 1 0,-1 0 0,0-1 0,0 0 0,0 1 0,0-1 0,-1 0 0,1 0 0,-1 0 0,1 0 0,-1-1 0,0 1 0,1-1 0,-1 1 0,0-1 0,0 0 0,0 0 0,0-1 0,-5 2 0,-8 0 0,-1 0 0,0-1 0,1-1 0,-24-2 0,16 0 0,-84 1 0,-45-3 0,141 2 0,0-2 0,0 1 0,0-1 0,0-1 0,1 0 0,0 0 0,0-2 0,0 1 0,-12-11 0,7 6 0,-1 1 0,-28-14 0,18 14-115,1 0-302,1 0 1,-40-25-1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7T12:33:19.368"/>
    </inkml:context>
    <inkml:brush xml:id="br0">
      <inkml:brushProperty name="width" value="0.2" units="cm"/>
      <inkml:brushProperty name="height" value="0.2" units="cm"/>
      <inkml:brushProperty name="color" value="#2D3133"/>
    </inkml:brush>
  </inkml:definitions>
  <inkml:trace contextRef="#ctx0" brushRef="#br0">1157 760 24575,'-1073'0'0,"1063"0"0,-34-1 0,42 1 0,1 0 0,0 0 0,-1 0 0,1-1 0,-1 1 0,1 0 0,0-1 0,-1 1 0,1-1 0,0 1 0,0-1 0,-1 0 0,1 1 0,0-1 0,0 0 0,0 0 0,0 0 0,0 0 0,0 0 0,0 0 0,0 0 0,0 0 0,-1-2 0,2 2 0,0 0 0,0 1 0,1-1 0,-1 0 0,0 1 0,0-1 0,0 0 0,0 1 0,1-1 0,-1 0 0,0 1 0,1-1 0,-1 0 0,0 1 0,1-1 0,-1 1 0,1-1 0,-1 1 0,1-1 0,-1 1 0,1-1 0,-1 1 0,1-1 0,-1 1 0,1 0 0,0-1 0,-1 1 0,1 0 0,1-1 0,26-9 0,-27 10 0,176-34 0,672-106-776,-4-42 0,-736 156 776,96-28 0,-190 49 0,-14 2 0,-23 1 0,-27 2 355,-95 15 0,-54 22 473,176-32-814,-632 121-14,614-119 0,17-4 0,0 2 0,0 0 0,0 1 0,1 2 0,-29 12 0,51-19 0,-1-1 0,0 0 0,1 0 0,-1 1 0,1-1 0,-1 0 0,0 1 0,1-1 0,-1 0 0,1 1 0,-1-1 0,1 1 0,-1-1 0,1 1 0,-1-1 0,1 1 0,0 0 0,-1-1 0,1 1 0,0-1 0,-1 1 0,1 0 0,0-1 0,0 1 0,0 0 0,0-1 0,-1 1 0,1 0 0,0-1 0,0 1 0,0 0 0,0 0 0,1-1 0,-1 1 0,0 0 0,0-1 0,0 1 0,0 0 0,1-1 0,-1 1 0,0-1 0,1 1 0,-1 0 0,0-1 0,1 1 0,-1-1 0,1 1 0,-1-1 0,1 1 0,-1-1 0,1 1 0,-1-1 0,1 0 0,0 1 0,-1-1 0,1 0 0,-1 1 0,2-1 0,4 3 0,-1 0 0,1 0 0,0-1 0,0 1 0,7 1 0,24 1 0,1 0 0,-1-3 0,48-1 0,4-1 0,-583-2 0,313 3 0,287 0 0,139-3 0,-234 2 0,-6 0 0,0 0 0,-1 0 0,1 0 0,0-1 0,0 0 0,0 0 0,-1 0 0,1 0 0,0-1 0,7-3 0,-12 5 0,1-1 0,-1 1 0,0 0 0,0 0 0,1-1 0,-1 1 0,0 0 0,0 0 0,0-1 0,1 1 0,-1 0 0,0-1 0,0 1 0,0 0 0,0-1 0,0 1 0,0 0 0,0-1 0,1 1 0,-1 0 0,0-1 0,0 1 0,0 0 0,0-1 0,-1 1 0,1 0 0,0-1 0,0 1 0,0-1 0,0 1 0,0 0 0,0 0 0,0-1 0,-1 1 0,1 0 0,0-1 0,0 1 0,0 0 0,-1 0 0,1-1 0,0 1 0,0 0 0,-1 0 0,1-1 0,0 1 0,-1 0 0,0 0 0,-18-10 0,-5 3 0,0 1 0,0 0 0,-1 2 0,-32-1 0,-107 4 0,122 1 0,13 1 0,6 0 0,22-1 0,11-1 0,61-10 0,107-30 0,-164 38 0,-10 2 0,-1 0 0,1 0 0,-1 0 0,1-1 0,-1 1 0,0-1 0,0 1 0,0-1 0,0 0 0,0 0 0,3-3 0,-6 4 0,0 1 0,1 0 0,-1-1 0,0 1 0,0 0 0,0-1 0,1 1 0,-1-1 0,0 1 0,0 0 0,0-1 0,0 1 0,0-1 0,0 1 0,0-1 0,0 1 0,0 0 0,0-1 0,0 1 0,0-1 0,0 1 0,0-1 0,0 1 0,-1 0 0,1-1 0,0 1 0,0-1 0,0 1 0,-1 0 0,1-1 0,-1 0 0,0 0 0,-1-1 0,0 1 0,0-1 0,0 1 0,-1 0 0,1 0 0,0 0 0,0 0 0,-5-1 0,-18-5 0,-1 1 0,1 1 0,-44-2 0,-84 5 0,94 2 0,5 1 0,-38 0 0,84-1 0,0-1 0,0 0 0,0 0 0,0-1 0,0 0 0,1 0 0,-1-1 0,-8-4 0,15 7 0,1-1 0,-1 1 0,0 0 0,1 0 0,-1-1 0,0 1 0,1-1 0,-1 1 0,1-1 0,-1 1 0,1-1 0,-1 1 0,1-1 0,-1 1 0,1-1 0,0 0 0,-1 1 0,1-1 0,0 1 0,-1-1 0,1 0 0,0 0 0,0 1 0,0-1 0,-1 0 0,1 1 0,0-2 0,1 1 0,-1-1 0,1 1 0,-1 0 0,1 0 0,0 0 0,-1 0 0,1 0 0,0 1 0,0-1 0,0 0 0,0 0 0,0 0 0,-1 1 0,1-1 0,2 0 0,45-21 0,-44 21 0,38-13 0,0 2 0,1 2 0,1 2 0,-1 2 0,57-1 0,-114 7 0,-78 4 0,82-4 0,0 1 0,1 1 0,-1 0 0,0 0 0,1 1 0,-1 0 0,-16 9 0,26-12 0,-1 0 0,0 1 0,0-1 0,0 0 0,0 1 0,1-1 0,-1 1 0,0-1 0,0 1 0,1-1 0,-1 1 0,0 0 0,1-1 0,-1 1 0,1 0 0,-1 0 0,1-1 0,-1 1 0,1 0 0,0 0 0,-1 0 0,1-1 0,0 1 0,0 0 0,-1 0 0,1 0 0,0 0 0,0 0 0,0 0 0,0 0 0,0 0 0,0-1 0,0 1 0,0 0 0,1 0 0,-1 0 0,0 0 0,1 0 0,-1-1 0,0 1 0,1 0 0,-1 0 0,1 0 0,-1-1 0,1 1 0,-1 0 0,1-1 0,0 1 0,-1 0 0,1-1 0,0 1 0,0-1 0,-1 1 0,2 0 0,4 2 0,0 1 0,0-1 0,0-1 0,0 1 0,0-1 0,9 2 0,7 0 0,0-2 0,35 0 0,-37-2 0,-1 1 0,0 0 0,31 7 0,-40-2 0,-15 0 0,-21 4 0,19-8 0,-48 17 0,-165 66 0,216-83 0,0 0 0,0 0 0,0 0 0,0 0 0,0 1 0,0 0 0,1 0 0,-1 0 0,1 0 0,-4 4 0,7-6 0,0-1 0,0 0 0,0 1 0,0-1 0,-1 0 0,1 1 0,0-1 0,0 0 0,0 1 0,0-1 0,0 1 0,0-1 0,0 0 0,0 1 0,0-1 0,0 0 0,0 1 0,0-1 0,0 0 0,0 1 0,1-1 0,-1 0 0,0 1 0,0-1 0,0 0 0,0 1 0,1-1 0,-1 0 0,0 1 0,0-1 0,1 0 0,-1 0 0,0 1 0,1-1 0,16 7 0,24-1 0,-39-6 0,149 1 0,-1-1 0,-134 4 0,-19 1 0,-28 4 0,-350 29 0,214-31 0,249-8 0,243 2 0,-286 4 0,-22 3 0,-16-8 0,-1 1 0,0-1 0,0 0 0,1 0 0,-1 1 0,0-1 0,0 0 0,0 1 0,0-1 0,1 0 0,-1 1 0,0-1 0,0 0 0,0 1 0,0-1 0,0 0 0,0 1 0,0-1 0,0 0 0,0 1 0,0-1 0,0 1 0,0-1 0,0 0 0,0 1 0,0-1 0,0 0 0,-1 1 0,1-1 0,0 0 0,0 1 0,0-1 0,0 0 0,-1 0 0,1 1 0,0-1 0,0 0 0,-1 0 0,1 1 0,-10 7 0,0 0 0,-1-1 0,0-1 0,0 1 0,0-2 0,-1 1 0,-21 6 0,5-2 0,-56 19 0,-2-4 0,-107 18 0,105-25 0,54-10 0,35-8 0,-1 0 0,0 0 0,0 0 0,0 0 0,0 1 0,0-1 0,0 0 0,0 0 0,0 0 0,0 0 0,1 0 0,-1 0 0,0 1 0,0-1 0,0 0 0,0 0 0,0 0 0,0 0 0,0 0 0,0 1 0,0-1 0,0 0 0,0 0 0,0 0 0,0 0 0,0 0 0,0 1 0,0-1 0,0 0 0,0 0 0,0 0 0,0 0 0,-1 0 0,1 0 0,0 1 0,0-1 0,0 0 0,0 0 0,0 0 0,0 0 0,0 0 0,0 0 0,0 0 0,-1 0 0,1 1 0,0-1 0,0 0 0,0 0 0,0 0 0,0 0 0,-1 0 0,18 2 0,82 0 0,171-20 0,-19-1 0,-192 19 0,-59 0 0,1 0 0,-1 0 0,0 0 0,0 0 0,0 0 0,1 0 0,-1 0 0,0 0 0,0 0 0,0 0 0,1 0 0,-1 0 0,0 0 0,0 0 0,1 0 0,-1 0 0,0 0 0,0 0 0,0 0 0,1 0 0,-1 0 0,0 0 0,0 0 0,0 1 0,1-1 0,-1 0 0,0 0 0,0 0 0,0 0 0,0 0 0,1 1 0,-1-1 0,0 0 0,0 0 0,0 0 0,0 0 0,0 1 0,0-1 0,0 0 0,0 0 0,1 0 0,-1 1 0,0-1 0,0 0 0,0 0 0,0 1 0,0-1 0,0 0 0,0 0 0,0 0 0,0 1 0,0-1 0,0 0 0,-1 1 0,-14 7 0,-25 4 0,-10-5 0,-124 24 0,220-28 0,20-4 0,58 2 0,-120-1 0,-1 0 0,1 1 0,-1-1 0,1 1 0,-1 0 0,1 0 0,-1 1 0,0-1 0,0 1 0,0-1 0,1 1 0,4 4 0,-8-5 0,1-1 0,-1 1 0,1-1 0,-1 1 0,1 0 0,-1-1 0,1 1 0,-1 0 0,0-1 0,1 1 0,-1 0 0,0 0 0,0 0 0,1-1 0,-1 1 0,0 0 0,0 0 0,0 0 0,0-1 0,0 1 0,0 0 0,-1 1 0,1 0 0,-1-1 0,0 1 0,0-1 0,0 1 0,0-1 0,0 1 0,0-1 0,0 1 0,0-1 0,-1 0 0,1 0 0,0 0 0,-1 0 0,-2 2 0,-6 2 0,0 0 0,-1 0 0,0 0 0,0-2 0,0 1 0,-1-2 0,-11 3 0,14-3 0,127-1 0,-117-1 0,65 2 0,-62-1 0,0-1 0,-1 1 0,1-1 0,0 1 0,0 0 0,0 0 0,-1 1 0,1-1 0,-1 1 0,1 0 0,-1 0 0,0 0 0,6 4 0,-9-5 0,0-1 0,0 0 0,1 0 0,-1 1 0,0-1 0,0 0 0,0 1 0,0-1 0,1 1 0,-1-1 0,0 0 0,0 1 0,0-1 0,0 0 0,0 1 0,0-1 0,0 1 0,0-1 0,0 0 0,0 1 0,0-1 0,0 1 0,0-1 0,0 0 0,0 1 0,0-1 0,-1 0 0,1 1 0,0-1 0,0 0 0,0 1 0,-1-1 0,1 0 0,0 1 0,0-1 0,-1 0 0,1 1 0,0-1 0,-1 0 0,1 0 0,-1 1 0,-16 8 0,14-8 0,-24 9 0,0-2 0,-1 0 0,-1-2 0,-37 4 0,-116-2 0,394-11 0,-610 3 0,504-5 0,0-4 0,167-37 0,-68-10 0,-204 56 0,0 0 0,0 0 0,-1 0 0,1 0 0,0 0 0,0-1 0,0 1 0,0 0 0,-1 0 0,1-1 0,0 1 0,0-1 0,-1 1 0,1-1 0,0 1 0,-1-1 0,1 1 0,-1-1 0,1 1 0,0-1 0,0-1 0,-17-3 0,-40 3 0,51 2 0,-238 3 0,874-3 0,-898 0 0,383-25 0,238-44 0,-385 68 0,-43 4 0,16 8 0,24-5 0,-1 0 0,-65 1 0,120-8 0,-1-1 0,0-1 0,0 0 0,34-12 0,4 0 0,-1 5 0,20-5 0,-160 29 0,-103 44 0,20-6 0,163-50 0,7 0 0,18 0 0,33-2 0,225-4 0,-323 6 0,1 2 0,0 2 0,-42 11 0,47 6 0,20-19 0,0 0 0,-31 1 0,98-6 0,-22-1 0,52 4 0,-73-1 0,-1-1 0,1 1 0,-1 0 0,1 1 0,-1-1 0,1 1 0,-1 0 0,0 1 0,0-1 0,0 1 0,0 0 0,-1 0 0,1 0 0,7 9 0,-11-12 0,0 1 0,0 0 0,0 0 0,0 0 0,-1-1 0,1 1 0,0 0 0,-1 0 0,1 0 0,-1 0 0,1 1 0,-1-1 0,0 0 0,1 0 0,-1 0 0,0 0 0,0 0 0,0 0 0,0 1 0,0-1 0,0 0 0,0 0 0,0 0 0,0 0 0,0 0 0,-1 1 0,1 0 0,-2 0 0,1-1 0,0 1 0,-1-1 0,1 1 0,-1-1 0,0 0 0,1 0 0,-1 0 0,0 0 0,0 0 0,1 0 0,-1 0 0,0 0 0,-2 0 0,-10 2 0,0 0 0,-1 0 0,-18-1 0,30-1 0,-189-1 0,450 0 0,-101-2 0,-155 2 0,75 0 0,-65 0 0,-50 0 0,-167 0 0,282-2 0,112-19 0,77-28 0,-177 31 0,-68 11 0,-34 4 0,-43 3 0,49 0 0,-213 3 0,839-3 0,-1005 0 0,1319 0 0,-1367 0 0,518-5 0,-1-3 0,134-32 0,12-2 0,-229 42 0,0 0 0,0 0 0,0 0 0,0 0 0,0 0 0,0 0 0,0 0 0,0-1 0,0 1 0,0 0 0,0 0 0,0 0 0,0 0 0,0 0 0,0 0 0,0 0 0,0 0 0,0-1 0,-28 0 0,-49 2 0,-45 5 0,-218 41 0,338-47 0,-4 1 0,0 0 0,0 1 0,0 0 0,0 0 0,0 0 0,0 0 0,0 1 0,-7 5 0,13-8 0,-1 0 0,1 0 0,0 0 0,0 1 0,0-1 0,-1 0 0,1 0 0,0 0 0,0 1 0,0-1 0,0 0 0,-1 0 0,1 0 0,0 1 0,0-1 0,0 0 0,0 0 0,0 1 0,0-1 0,0 0 0,0 0 0,0 1 0,0-1 0,0 0 0,0 0 0,0 1 0,0-1 0,0 0 0,0 0 0,0 1 0,0-1 0,0 0 0,0 0 0,0 1 0,0-1 0,0 0 0,0 0 0,1 1 0,-1-1 0,0 0 0,0 0 0,0 0 0,0 1 0,1-1 0,-1 0 0,0 0 0,0 0 0,0 0 0,1 1 0,-1-1 0,0 0 0,0 0 0,1 0 0,-1 0 0,0 0 0,0 0 0,1 0 0,-1 0 0,1 0 0,20 5 0,55 0 0,1-4 0,141-15 0,-155 9 0,334-39 0,-376 42 0,-24 2 0,-35 5 0,-44 14 0,1 3 0,-131 56 0,-48 16 0,217-80 0,42-14 0,0 1 0,0-1 0,1 0 0,-1 0 0,0 1 0,0-1 0,1 0 0,-1 1 0,0-1 0,1 1 0,-1-1 0,1 1 0,-1-1 0,0 1 0,1-1 0,-1 1 0,1 0 0,0-1 0,-1 1 0,1 0 0,-1-1 0,1 2 0,0-1 0,1-1 0,-1 1 0,0-1 0,1 1 0,-1-1 0,1 0 0,0 1 0,-1-1 0,1 1 0,-1-1 0,1 0 0,-1 1 0,1-1 0,0 0 0,-1 0 0,1 0 0,0 1 0,-1-1 0,1 0 0,0 0 0,0 0 0,-1 0 0,2 0 0,14 1 0,0 0 0,1-2 0,-1 0 0,27-4 0,70-21 0,-68 15 0,-14 4 0,391-107 0,-389 100 0,-26 7 0,-22 5 0,-6 5 0,1 1 0,0 1 0,-40 15 0,11-3 0,-47 10 0,-50 18 0,145-45 0,1 0 0,0 0 0,0 0 0,0 0 0,0 0 0,0 0 0,-1 0 0,1 0 0,0 0 0,0 0 0,0 0 0,0 0 0,-1 0 0,1 0 0,0 0 0,0 0 0,0 0 0,0 0 0,-1 0 0,1 0 0,0 0 0,0 0 0,0 0 0,0 0 0,0 0 0,0 1 0,-1-1 0,1 0 0,0 0 0,0 0 0,0 0 0,0 0 0,0 0 0,0 1 0,0-1 0,-1 0 0,1 0 0,0 0 0,0 0 0,0 0 0,0 1 0,0-1 0,0 0 0,0 0 0,0 0 0,0 0 0,0 1 0,0-1 0,0 0 0,0 0 0,0 0 0,0 0 0,0 0 0,0 1 0,0-1 0,0 0 0,0 0 0,1 0 0,-1 0 0,0 0 0,0 1 0,0-1 0,15 3 0,22 0 0,70-9 0,0-3 0,106-25 0,30-19 0,-250 55 0,0 1 0,1 0 0,-1 0 0,1 0 0,0 1 0,0-1 0,1 1 0,-1 1 0,-9 9 0,15-14 0,-1 0 0,1 0 0,0 0 0,0 1 0,0-1 0,0 0 0,0 0 0,0 0 0,-1 0 0,1 1 0,0-1 0,0 0 0,0 0 0,0 0 0,0 1 0,0-1 0,0 0 0,0 0 0,0 0 0,0 1 0,0-1 0,0 0 0,0 0 0,0 0 0,0 1 0,0-1 0,0 0 0,0 0 0,0 0 0,0 1 0,0-1 0,0 0 0,1 0 0,-1 0 0,0 1 0,0-1 0,0 0 0,0 0 0,0 0 0,1 0 0,-1 0 0,0 1 0,0-1 0,0 0 0,0 0 0,1 0 0,-1 0 0,0 0 0,0 0 0,0 0 0,1 0 0,16 1 0,19-7 0,56-20 0,117-50 0,-154 55 0,-16 8 0,0 2 0,1 3 0,1 0 0,62-2 0,-83 8 0,-7 1 0,0 0 0,0 0 0,0 2 0,0-1 0,16 4 0,-26-4 0,-1 1 0,1 0 0,0 0 0,0 0 0,0 1 0,0-1 0,-1 0 0,1 1 0,-1 0 0,1 0 0,-1 0 0,0 0 0,1 0 0,-1 0 0,0 0 0,0 1 0,-1-1 0,1 1 0,0-1 0,-1 1 0,0 0 0,1 0 0,-1 0 0,0-1 0,-1 1 0,1 0 0,0 4 0,4 14 0,0-1 0,15 35 0,-5-15 0,-13-33 0,0-1 0,0 0 0,0 1 0,-1-1 0,0 1 0,0-1 0,-1 1 0,0-1 0,-1 14 0,0-18 0,1 1 0,-1-1 0,0 1 0,0-1 0,-1 1 0,1-1 0,0 0 0,-1 0 0,1 0 0,-1 1 0,0-1 0,0-1 0,0 1 0,0 0 0,0 0 0,0-1 0,0 1 0,0-1 0,-1 0 0,1 0 0,0 0 0,-1 0 0,1 0 0,-1 0 0,0 0 0,1-1 0,-4 1 0,-28 3 0,-1-2 0,1-1 0,-56-5 0,2 0 0,-484 3 0,543 0 0,-1-1 0,1-2 0,-1-1 0,1-2 0,1 0 0,-1-2 0,-43-20 0,29 13 0,0 2 0,-84-15 0,74 18 0,-74-24 0,-99-60 0,135 54 0,-144-44 0,-166-37 0,403 120 0,12 0 0,18 1 0,44 0 0,96-13 0,-136 9 0,-1-2 0,-1-2 0,1-1 0,62-27 0,-65 22 0,59-30 0,-83 40 0,1 0 0,-2-1 0,1 1 0,-1-1 0,0-1 0,0 0 0,11-14 0,-16 18 0,0 1 0,-1-1 0,1 0 0,-1 0 0,0 0 0,0 0 0,0 0 0,-1 0 0,1 0 0,-1 0 0,1 0 0,-1-1 0,0 1 0,0 0 0,0 0 0,-1 0 0,0-6 0,-1 3 0,0 0 0,-1 0 0,0 1 0,1-1 0,-2 0 0,1 1 0,-1 0 0,-6-8 0,0 2 0,-1 0 0,-1 0 0,0 1 0,0 1 0,-1 0 0,-24-13 0,8 10 0,0 1 0,0 2 0,-1 0 0,0 2 0,0 1 0,-33-1 0,11 3 0,0 3 0,-97 10 0,98 0 0,-1 1 0,2 3 0,-1 1 0,-73 34 0,36-7 0,-125 80 0,12 18 0,167-112 0,1 2 0,2 1 0,-42 51 0,64-69 0,1 1 0,0-1 0,1 1 0,0 1 0,1-1 0,-5 17 0,9-24 0,1 0 0,-1 0 0,1 0 0,0 0 0,0 0 0,1 1 0,-1-1 0,1 0 0,1 0 0,-1 0 0,1 0 0,0 0 0,1 0 0,-1 0 0,1 0 0,1 0 0,2 6 0,-3-9 0,0-1 0,1 1 0,-1 0 0,1-1 0,0 1 0,0-1 0,0 0 0,0 0 0,0 0 0,0 0 0,0 0 0,1-1 0,-1 0 0,1 1 0,-1-1 0,7 1 0,7 0 0,-1 0 0,25-1 0,-31-1 0,56-2 0,-1-3 0,1-3 0,-1-3 0,-1-2 0,0-4 0,-1-2 0,101-46 0,-146 57 0,-1-1 0,30-20 0,-43 27 0,-1 0 0,0 0 0,0-1 0,0 1 0,-1-1 0,1 0 0,0 0 0,-1 0 0,0 0 0,0 0 0,0 0 0,0 0 0,0-1 0,-1 1 0,1-1 0,-1 0 0,0 1 0,0-1 0,0 0 0,-1 0 0,1-4 0,-1 5 0,-1 1 0,0 0 0,1 0 0,-1-1 0,0 1 0,0 0 0,0 0 0,0 0 0,-1 0 0,1 0 0,0 0 0,-1 0 0,0 0 0,1 1 0,-1-1 0,0 0 0,0 1 0,0 0 0,0-1 0,0 1 0,-4-2 0,-4-1 0,-1 0 0,1 0 0,-15-3 0,19 6 0,-34-7 0,0 1 0,-1 2 0,-49 0 0,-126 13 0,139-3 0,0 5 0,0 2 0,1 4 0,1 3 0,-101 39 0,150-45 0,25-8 0,9-1 0,13-1 0,0-3 0,1-1 0,-1 0 0,0-2 0,23-5 0,-22 4 0,657-168 0,-509 123 0,-132 39 0,-23 7 0,1-1 0,-1 0 0,0-2 0,0 1 0,-1-2 0,20-11 0,-33 17 0,1 0 0,-1 0 0,0 0 0,0 0 0,0 0 0,0 0 0,0 0 0,0 0 0,0 0 0,0 0 0,0 0 0,-1-1 0,1 1 0,0 0 0,-1 0 0,1-1 0,-1 1 0,1-1 0,-1 1 0,0 0 0,0-1 0,1 1 0,-1-3 0,-1 2 0,0 0 0,1-1 0,-1 1 0,0 0 0,0 0 0,0 0 0,0 0 0,0 0 0,-1 0 0,1 0 0,-1 0 0,1 0 0,-3-1 0,-6-6 0,-1 0 0,0 1 0,-22-12 0,31 19 0,-34-18 0,-1 2 0,-1 2 0,0 1 0,-1 2 0,0 2 0,-1 1 0,-58-5 0,36 10 0,0 2 0,0 2 0,0 4 0,-72 13 0,98-11 0,1 2 0,0 1 0,-49 21 0,73-26 0,1 0 0,0 1 0,0 0 0,0 1 0,1 0 0,0 1 0,0 0 0,1 0 0,-1 1 0,2 0 0,-1 1 0,1-1 0,1 1 0,-1 1 0,-6 13 0,12-20 0,-1 0 0,1 1 0,0 0 0,0-1 0,0 1 0,1-1 0,-1 1 0,1 0 0,0 0 0,0-1 0,0 1 0,1 0 0,-1-1 0,1 1 0,0 0 0,0-1 0,0 1 0,1-1 0,-1 1 0,1-1 0,-1 0 0,1 0 0,0 0 0,1 0 0,-1 0 0,0 0 0,4 3 0,2 1 0,1 0 0,0 0 0,1-1 0,-1 0 0,1-1 0,0 0 0,1 0 0,12 3 0,19 5 0,0-3 0,72 10 0,91-3 0,-186-16 0,113 4 0,148-12 0,-203 0 0,0-3 0,-1-3 0,97-31 0,-166 41 0,1 0 0,-1 0 0,0-1 0,0 0 0,7-5 0,-13 8 0,1 0 0,-1 0 0,0 0 0,0 0 0,0-1 0,0 1 0,0 0 0,0 0 0,0-1 0,0 1 0,-1 0 0,1-1 0,1-2 0,-2 3 0,0 0 0,0 0 0,-1 1 0,1-1 0,0 0 0,0 0 0,0 0 0,0 0 0,-1 0 0,1 1 0,0-1 0,-1 0 0,1 0 0,-1 1 0,1-1 0,-1 0 0,1 0 0,-1 1 0,0-1 0,1 1 0,-1-1 0,0 0 0,1 1 0,-1-1 0,0 1 0,-1-1 0,-7-3 0,0 1 0,-1-1 0,1 2 0,-1 0 0,0 0 0,0 0 0,1 1 0,-1 1 0,0 0 0,-12 1 0,-8-1 0,-145-4 0,-217 23 0,346-12 0,39-4 0,13 0 0,15 0 0,0-2 0,0 0 0,1-2 0,37-5 0,611-109-1124,-9-66 608,-624 169 504,18-4 2,0-2-1,-2-2 1,58-32 0,-105 49 7,-1 0 0,0-1 0,0 0 0,0 0 0,0 0 0,0-1 0,4-6 0,-8 10 11,0 0 0,0 0 0,0 0 0,0 0 0,-1-1 0,1 1 0,-1 0 0,1 0 0,-1-1 0,1 1 0,-1-1 0,0 1 0,1 0 0,-1-1 0,0 1-1,0-1 1,0 1 0,0 0 0,0-1 0,-1 1 0,1-1 0,0 1 0,-1 0 0,1-1 0,-1 1 0,1 0 0,-1-1 0,1 1 0,-1 0 0,0 0 0,0-1 0,0 1 0,0 0 0,0 0 0,0 0 0,-2-1 0,-2-2 118,-1 0 1,0 0-1,-1 1 1,1 0-1,0 0 1,-1 1-1,0-1 1,0 1-1,1 1 1,-11-2-1,-13 0-144,-34 0 0,50 3 74,-82 2-53,1 4-1,-1 5 1,-145 35 0,218-41-3,0 1 0,0 1 0,-36 17 0,35-6 0,24-18 0,0 1 0,-1-1 0,1 0 0,0 1 0,0-1 0,-1 1 0,1-1 0,0 1 0,0-1 0,0 0 0,0 1 0,0-1 0,-1 1 0,1-1 0,0 1 0,0-1 0,0 1 0,0-1 0,0 1 0,0-1 0,1 1 0,-1-1 0,0 1 0,0-1 0,0 1 0,0-1 0,1 0 0,-1 2 0,2-1 0,1 1 0,-1 0 0,0-1 0,1 0 0,-1 1 0,1-1 0,0 0 0,-1 0 0,1-1 0,0 1 0,-1 0 0,1-1 0,0 0 0,4 1 0,32 1 0,1-2 0,-1-1 0,75-13 0,117-36 0,-223 48 0,406-129 0,-403 127 0,26-11 0,-35 15 0,-1-1 0,1 1 0,-1-1 0,1 0 0,-1 0 0,1 0 0,-1 0 0,1 0 0,-1 0 0,0 0 0,0-1 0,0 1 0,0 0 0,2-3 0,-3 3 0,0 1 0,-1 0 0,1-1 0,0 1 0,-1-1 0,1 1 0,0 0 0,-1-1 0,1 1 0,0 0 0,-1-1 0,1 1 0,-1 0 0,1 0 0,-1-1 0,1 1 0,-1 0 0,1 0 0,-1 0 0,1 0 0,-1 0 0,1 0 0,-1-1 0,1 1 0,-1 0 0,1 1 0,-1-1 0,1 0 0,-1 0 0,1 0 0,0 0 0,-1 0 0,0 1 0,-14 0 0,0 1 0,0 1 0,0 0 0,1 1 0,-20 8 0,5-3 0,-331 137 0,7 28 0,182-88 0,155-78 0,7-4 0,-1 1 0,1 0 0,0 0 0,0 1 0,-13 11 0,22-17 0,0 1 0,-1-1 0,1 0 0,0 0 0,-1 0 0,1 0 0,0 1 0,0-1 0,-1 0 0,1 0 0,0 0 0,0 1 0,0-1 0,-1 0 0,1 1 0,0-1 0,0 0 0,0 0 0,0 1 0,0-1 0,0 0 0,-1 1 0,1-1 0,0 0 0,0 1 0,0-1 0,0 0 0,0 0 0,0 1 0,0-1 0,0 0 0,0 1 0,0-1 0,1 0 0,-1 1 0,0-1 0,0 0 0,0 1 0,0-1 0,0 0 0,1 0 0,-1 1 0,0-1 0,0 0 0,0 0 0,1 1 0,-1-1 0,0 0 0,0 0 0,1 0 0,-1 1 0,0-1 0,0 0 0,1 0 0,-1 0 0,23 4 0,-22-4 0,64 4 0,122-11 0,63-24 0,-229 28 0,361-63 0,-372 63 0,-18 2 0,-19 3 0,-30 11 0,0 3 0,1 2 0,-63 30 0,82-32 0,-22 7 0,-86 39 0,124-49 0,24-11 0,14-8 0,271-122 0,-252 111 0,38-17 0,-2-3 0,-1-4 0,79-60 0,-128 79 0,-22 17 0,-10 6 0,-15 7 0,-87 49 0,2 4 0,-125 92 0,-33 40 0,220-157 0,47-35 0,0 0 0,0-1 0,0 1 0,0 0 0,0-1 0,1 1 0,-1 0 0,0 0 0,0 0 0,1 0 0,-1 0 0,0 0 0,1 0 0,-1 0 0,1 0 0,0 0 0,-1 1 0,2-1 0,-1-1 0,1 0 0,0 0 0,0 1 0,0-1 0,0 0 0,0 0 0,-1 0 0,1 0 0,0 0 0,0 0 0,0 0 0,0 0 0,0 0 0,-1-1 0,1 1 0,0 0 0,0-1 0,0 1 0,-1 0 0,2-1 0,37-16 0,0-1 0,-2-1 0,44-31 0,2-1 0,29-9 0,79-48 0,-159 83 0,-27 16 0,-10 6 0,-20 8 0,-31 14 0,2 4 0,-79 43 0,-100 74 0,233-140 0,-210 141 0,174-121 0,26-16 0,8-6 0,17-11 0,270-154 0,0-1 0,-260 149 0,-20 14 0,1 1 0,0-1 0,0 1 0,0 0 0,0 0 0,0 1 0,1 0 0,0 0 0,0 1 0,0-1 0,12-1 0,-18 4 0,-1 0 0,0 0 0,1 0 0,-1 0 0,1 0 0,-1 0 0,1 0 0,-1 0 0,0 0 0,1 0 0,-1 0 0,1 1 0,-1-1 0,0 0 0,1 0 0,-1 0 0,1 1 0,-1-1 0,0 0 0,1 0 0,-1 1 0,0-1 0,0 0 0,1 1 0,-1-1 0,0 1 0,0-1 0,1 0 0,-1 1 0,0-1 0,0 1 0,-1 17 0,-18 22 0,17-36 0,0 0 0,-11 27 0,13-31 0,0 0 0,0 0 0,0 1 0,0-1 0,0 0 0,0 0 0,0 0 0,0 1 0,0-1 0,0 0 0,0 0 0,0 0 0,0 1 0,0-1 0,0 0 0,1 0 0,-1 0 0,0 0 0,0 1 0,0-1 0,0 0 0,0 0 0,0 0 0,1 0 0,-1 0 0,0 0 0,0 1 0,0-1 0,0 0 0,1 0 0,-1 0 0,0 0 0,0 0 0,0 0 0,1 0 0,-1 0 0,0 0 0,0 0 0,0 0 0,1 0 0,-1 0 0,0 0 0,0 0 0,1 0 0,19-9 0,7-9 0,0-1 0,-2-1 0,42-43 0,32-25 0,-79 77 0,-20 11 0,0 0 0,1 0 0,-1-1 0,0 1 0,0 0 0,0 0 0,1 0 0,-1 0 0,0 0 0,0 0 0,1 0 0,-1 1 0,0-1 0,0 0 0,0 0 0,1 0 0,-1 0 0,0 0 0,0 0 0,0 0 0,1 0 0,-1 0 0,0 1 0,0-1 0,0 0 0,1 0 0,-1 0 0,0 0 0,0 1 0,0-1 0,0 0 0,0 0 0,0 0 0,1 1 0,-1-1 0,0 0 0,0 0 0,0 1 0,0-1 0,0 0 0,0 1 0,0 2 0,-1 1 0,0-1 0,0 1 0,0 0 0,0-1 0,0 0 0,-1 1 0,-3 5 0,-15 26 0,-2-2 0,-27 31 0,-1 2 0,-29 51 0,-48 64 0,325-406 0,-187 210 0,-22 23 0,-25 26 0,-10 11 0,-59 73 0,364-441 0,-257 322 0,167-193 0,-158 179 0,-15 21 0,-14 22 0,-198 295 0,101-157 0,102-145 0,15-20 0,10-11 0,144-142 0,176-224 0,-331 375 0,27-31 0,-16 25 0,-11 8 0,-1-1 0,0 1 0,1-1 0,-1 1 0,0-1 0,0 1 0,1-1 0,-1 1 0,0 0 0,0-1 0,0 1 0,0-1 0,0 1 0,0-1 0,0 1 0,0 0 0,0-1 0,0 1 0,0-1 0,0 1 0,0 0 0,-1-1 0,1 1 0,0-1 0,0 1 0,-1 0 0,-8 26 0,-2 0 0,-1 0 0,-1-2 0,-1 1 0,-20 26 0,-14 25 0,-113 193 0,147-243 0,14-18 0,13-12 0,7-12 0,0-2 0,-1 0 0,-1 0 0,21-27 0,1 0 0,157-178 0,-266 315 0,-92 116 0,148-195 0,17-19 0,21-26 0,78-79 0,240-269 0,-298 330 0,-102 153 0,-85 115 0,78-124 0,-4 9 0,-133 189 0,262-356 0,398-423 0,-459 486 0,0 0 0,0 0 0,0 0 0,0 0 0,0 0 0,0 0 0,0 0 0,0 0 0,0 0 0,0 0 0,1 1 0,-1-1 0,0 0 0,0 0 0,0 0 0,0 0 0,0 0 0,0 0 0,0 0 0,0 0 0,0 0 0,0 0 0,0 0 0,0 0 0,0 0 0,1 0 0,-11 16 0,-21 26 0,-194 294 0,35-49 0,98-146 0,102-162 0,19-27 0,329-442 0,-151 238 0,-201 246 0,-11 15 0,-14 22 0,-408 701 0,366-627 0,61-101 0,7-10 0,168-206 0,-79 90 0,217-243 0,-305 356 0,3 0 0,-23 29 0,10-15 0,-14 21 0,-143 232 0,135-225 0,-46 48 0,56-63 0,30-32 0,249-299 0,-74 85 0,-210 268 0,-69 91 0,88-131 0,-1 1 0,1-1 0,0 1 0,-1-1 0,1 0 0,0 1 0,-1-1 0,1 1 0,0 0 0,0-1 0,-1 1 0,1-1 0,0 1 0,0-1 0,0 1 0,0-1 0,0 1 0,0 0 0,0-1 0,0 1 0,0-1 0,0 1 0,0 0 0,14-9 0,33-38 0,-3-3 0,40-56 0,-32 38 0,-27 41 0,-17 23 0,-7 9 0,-8 16 0,-26 32 0,-1 0 0,-50 57 0,-38 58 0,124-168 0,10-7 0,13-11 0,-23 15 0,15-11 0,0 1 0,1 0 0,0 1 0,37-15 0,-53 25 0,0 0 0,-1 0 0,1 1 0,0-1 0,0 1 0,0 0 0,0 0 0,0-1 0,0 1 0,0 0 0,0 1 0,0-1 0,-1 0 0,1 0 0,0 1 0,0-1 0,0 1 0,2 1 0,-3-1 0,1 0 0,-1 0 0,0 0 0,0 0 0,0 1 0,0-1 0,0 0 0,0 1 0,0-1 0,0 1 0,-1-1 0,1 1 0,0-1 0,-1 1 0,0-1 0,1 1 0,-1 1 0,1 8 0,0 1 0,-1-1 0,-1 0 0,0 0 0,-3 12 0,2-7 0,1-8 0,0-1 0,1 1 0,0-1 0,1 11 0,-1-18 0,0 1 0,0 0 0,0 0 0,0 0 0,0 0 0,0-1 0,1 1 0,-1 0 0,0 0 0,0-1 0,1 1 0,-1 0 0,1 0 0,-1-1 0,0 1 0,1 0 0,-1-1 0,1 1 0,0-1 0,-1 1 0,1 0 0,0-1 0,-1 0 0,1 1 0,0-1 0,-1 1 0,1-1 0,0 0 0,0 1 0,-1-1 0,1 0 0,0 0 0,0 0 0,0 1 0,-1-1 0,1 0 0,0 0 0,0 0 0,0 0 0,0-1 0,-1 1 0,1 0 0,0 0 0,0 0 0,-1-1 0,1 1 0,0 0 0,0-1 0,-1 1 0,1-1 0,0 1 0,0-1 0,9-6 0,0 0 0,-1-1 0,0 0 0,0-1 0,-1 0 0,0 0 0,-1-1 0,7-11 0,-4 7 0,1 0 0,20-20 0,-31 33 0,0 1 0,0-1 0,1 1 0,-1-1 0,0 1 0,1 0 0,-1-1 0,0 1 0,1 0 0,-1-1 0,0 1 0,1 0 0,-1 0 0,1-1 0,-1 1 0,1 0 0,-1 0 0,1 0 0,-1-1 0,1 1 0,-1 0 0,0 0 0,1 0 0,-1 0 0,1 0 0,-1 0 0,1 0 0,-1 0 0,1 0 0,-1 0 0,1 0 0,-1 0 0,1 1 0,-1-1 0,1 0 0,-1 0 0,1 0 0,-1 1 0,0-1 0,1 0 0,0 1 0,6 23 0,-7-22 0,0-1 0,0 1 0,1 0 0,-1 0 0,0-1 0,1 1 0,-1 0 0,1 0 0,-1-1 0,1 1 0,0 0 0,0-1 0,0 1 0,0-1 0,0 1 0,0-1 0,0 0 0,1 1 0,1 1 0,-2-3 0,0 0 0,1 0 0,-1 0 0,0 0 0,0 0 0,0 0 0,0-1 0,1 1 0,-1 0 0,0 0 0,0-1 0,0 1 0,0-1 0,0 1 0,0-1 0,0 0 0,0 1 0,0-1 0,2-1 0,18-21 0,-10 12 0,11-12 0,-1 0 0,27-38 0,-37 47 0,-14 22 0,-14 24 0,9-18 0,7-10 0,0-1 0,-1 1 0,0-1 0,0 0 0,0 1 0,0-1 0,0 0 0,-1 0 0,1-1 0,-1 1 0,0 0 0,0-1 0,-3 3 0,5-5 0,1 0 0,0 1 0,-1-1 0,1 0 0,-1 0 0,1 0 0,0 0 0,-1 0 0,1 0 0,0 0 0,-1 0 0,1 0 0,-1 0 0,1 0 0,0 0 0,-1 0 0,1 0 0,-1 0 0,1 0 0,0-1 0,-1 1 0,1 0 0,0 0 0,-1 0 0,1-1 0,0 1 0,0 0 0,-1 0 0,1-1 0,0 1 0,-1 0 0,1 0 0,0-1 0,0 1 0,0 0 0,-1-1 0,1 1 0,0-1 0,0 1 0,0 0 0,0-1 0,0 1 0,0 0 0,0-1 0,0 1 0,0-1 0,0 1 0,0 0 0,0-1 0,0 1 0,0 0 0,0-1 0,0 1 0,0-1 0,0 1 0,1-1 0,6-22 0,15-9 0,-15 21 0,1 1 0,-1-1 0,-1-1 0,0 1 0,6-17 0,-11 25 0,0 0 0,0 0 0,-1 0 0,1 0 0,-1 0 0,0 0 0,0 0 0,0-1 0,0 1 0,-1 0 0,1 0 0,-1 0 0,0 0 0,0 1 0,0-1 0,0 0 0,0 0 0,0 0 0,-1 1 0,0-1 0,1 1 0,-1-1 0,0 1 0,0 0 0,0 0 0,-1-1 0,1 1 0,-3-1 0,-19-14 0,0 2 0,-36-16 0,4 2 0,6-1 0,38 21 0,-1 1 0,0 0 0,0 1 0,-1 0 0,0 1 0,0 1 0,-1 0 0,0 1 0,1 0 0,-20-1 0,11 5 0,0 2 0,0 1 0,0 0 0,0 2 0,1 0 0,-24 9 0,17-4 0,-1-2 0,-48 6 0,-69-9 0,304-8 0,130 4 0,-178 18 0,-61-9 0,-33-6 0,0 0 0,0 1 0,0 0 0,-1 1 0,0 1 0,0 1 0,15 10 0,-22-14 0,1 2 0,-1-1 0,0 1 0,-1 0 0,1 1 0,-1-1 0,0 1 0,-1 1 0,0-1 0,0 1 0,-1 0 0,0 0 0,6 14 0,0 12 0,-4-14 0,-1 0 0,0 0 0,2 28 0,-6-43 0,-1 0 0,0 0 0,0 0 0,-1 0 0,1 0 0,-1 0 0,0 0 0,0 0 0,-1 0 0,0 0 0,1-1 0,-2 1 0,1-1 0,0 1 0,-1-1 0,0 0 0,0 0 0,-6 6 0,1-3 0,1-1 0,-1-1 0,-1 0 0,1 0 0,-1 0 0,1-1 0,-1 0 0,0-1 0,-1 0 0,1-1 0,-1 1 0,-16 0 0,-11 0 0,0-2 0,-40-5 0,6 1 0,-956 1 0,530 4 0,470-4 0,-1-1 0,1-1 0,-1-1 0,-33-12 0,117 13 0,20 3 0,106 4 0,-160 0 0,37 10 0,-40-8 0,1-1 0,25 3 0,321-4 0,-187-6 0,-87 2 0,104 3 0,-188 0 0,0-1 0,-1 1 0,1 0 0,-1 1 0,0 0 0,1 0 0,-1 0 0,0 1 0,-1 0 0,1 1 0,-1-1 0,9 9 0,29 19 0,-5-6 0,-31-20 0,1 1 0,0-2 0,0 1 0,0-1 0,1 0 0,0-1 0,0 0 0,0-1 0,13 3 0,23-2 0,0-2 0,63-4 0,-21-1 0,-80 3 0,1-1 0,-1 1 0,1-2 0,-1 1 0,0-1 0,1 0 0,-1-1 0,0 0 0,0 0 0,-1-1 0,1 0 0,-1 0 0,9-8 0,-12 9 0,-1 0 0,1 0 0,-1-1 0,0 1 0,0-1 0,0 0 0,-1 0 0,1 0 0,-1 0 0,0-1 0,0 1 0,-1-1 0,1 1 0,-1-1 0,0 1 0,0-1 0,-1 0 0,1 0 0,-1 1 0,0-1 0,0 0 0,0 0 0,-1 1 0,0-1 0,-2-6 0,2 6 0,-1 0 0,1 0 0,-1 0 0,-1 0 0,1 1 0,-1-1 0,1 1 0,-1 0 0,0 0 0,-1 0 0,1 0 0,-1 0 0,0 1 0,0-1 0,0 1 0,-7-5 0,-4 1 0,1 1 0,-1 0 0,0 0 0,-17-2 0,18 4 0,-1 0 0,1-1 0,0 0 0,0-1 0,-15-10 0,-27-13 0,47 25 0,0 0 0,0 0 0,0-1 0,1 0 0,0 0 0,0-1 0,0 0 0,0-1 0,-9-10 0,16 15 0,0 0 0,0 0 0,0 0 0,1-1 0,-1 1 0,0 0 0,1 0 0,0 0 0,-1-1 0,1 1 0,0 0 0,0 0 0,0-1 0,0 1 0,1 0 0,-1 0 0,1-1 0,-1 1 0,1 0 0,0 0 0,0 0 0,0 0 0,0 0 0,0 0 0,0 0 0,0 0 0,1 0 0,-1 1 0,1-1 0,1-1 0,6-6 0,0 0 0,0 1 0,1 1 0,11-8 0,-16 12 0,1 0 0,-1 0 0,1 0 0,0 0 0,-1 1 0,1 0 0,0 0 0,1 1 0,-1 0 0,0 0 0,0 0 0,1 1 0,-1-1 0,0 2 0,1-1 0,6 2 0,-10-1 0,0 0 0,1 0 0,-1 0 0,0 1 0,0-1 0,0 1 0,0 0 0,0 0 0,0 0 0,-1 0 0,1 1 0,-1-1 0,1 1 0,-1-1 0,0 1 0,0 0 0,0 0 0,0 0 0,-1 0 0,1 0 0,-1 0 0,0 0 0,0 1 0,0-1 0,0 0 0,-1 1 0,1-1 0,-1 1 0,0-1 0,0 6 0,-1 0 0,0 1 0,0 0 0,-1-1 0,0 1 0,-1-1 0,0 0 0,-1 0 0,0 0 0,0 0 0,-1-1 0,0 0 0,-6 9 0,1-3 0,-1-1 0,-1 0 0,1 0 0,-2-1 0,0-1 0,-15 11 0,-33 20 0,27-16 0,-2-2 0,-52 25 0,74-43 0,0-2 0,0 0 0,0-1 0,-1 0 0,0-1 0,-19 0 0,2 1 0,29-3 0,0 1 0,-1 0 0,1 0 0,0 0 0,-1 0 0,1 0 0,0 1 0,0-1 0,0 1 0,0 0 0,1 0 0,-1 0 0,0 0 0,1 0 0,-1 1 0,1-1 0,-3 5 0,4-6 0,0 0 0,1 0 0,-1 1 0,1-1 0,-1 0 0,1 0 0,-1 0 0,1 1 0,0-1 0,0 0 0,-1 0 0,1 1 0,0-1 0,0 0 0,1 1 0,-1-1 0,0 0 0,0 0 0,1 2 0,0-1 0,0 0 0,0-1 0,0 1 0,0-1 0,0 1 0,1-1 0,-1 1 0,1-1 0,-1 1 0,1-1 0,-1 0 0,1 0 0,0 0 0,-1 0 0,1 0 0,3 0 0,18 7 0,0-1 0,42 7 0,-38-9 0,22 1 73,-35-5-552,0 1-1,22 5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7T12:34:06.661"/>
    </inkml:context>
    <inkml:brush xml:id="br0">
      <inkml:brushProperty name="width" value="0.2" units="cm"/>
      <inkml:brushProperty name="height" value="0.2" units="cm"/>
      <inkml:brushProperty name="color" value="#2D3133"/>
    </inkml:brush>
  </inkml:definitions>
  <inkml:trace contextRef="#ctx0" brushRef="#br0">1916 456 24575,'-179'5'0,"153"-3"0,-1316 119-3531,1115-97 4664,197-22-1001,8 0-11,-1 1 0,-29 7 0,52-10-124,-1 0 0,0 0 0,1 0 0,-1 0 0,0 0-1,0 1 1,1-1 0,-1 0 0,0 0 0,1 1 0,-1-1-1,0 0 1,1 1 0,-1-1 0,1 1 0,-1-1 0,0 1-1,1-1 1,-1 1 0,1-1 0,-1 1 0,0 0 0,20 7 366,22 0 378,65 4-1,368-1-691,4-34-1625,891-160 1188,-1359 181 388,1 0 0,1 0 0,-1 0 0,0-1 0,0-1 0,0 0 0,-1 0 0,14-8 0,-24 12 0,1 0 0,-1-1 1,1 1-1,-1 0 0,0 0 0,1-1 0,-1 1 0,1 0 0,-1 0 0,0-1 0,1 1 0,-1-1 0,0 1 0,1 0 0,-1-1 0,0 1 0,1-1 0,-1 1 0,0 0 1,0-1-1,0 1 0,0-1 0,1 1 0,-1-1 0,0 1 0,0-1 0,0 1 0,0-1 0,0 1 0,0-1 0,0 1 0,0-1 0,0 1 0,-1-1 0,1 1 0,0-1 1,0 1-1,0-1 0,0 1 0,-1-1 0,1 1 0,0 0 0,0-1 0,-1 1 0,1-1 0,0 1 0,-1 0 0,1-1 0,-1 1 0,1 0 0,-1-1 0,-28-12 320,29 12-312,-48-12 317,0 1 1,-1 3-1,0 2 0,-65-2 1,79 6-248,-250-10-73,-509 39 0,894-23-5,497-51 0,-433 31 0,-250 15 0,-301 14 0,-1 36 0,350-38 0,37-10 0,1 0 0,-1 0 0,1 0 0,-1 0 0,1 0 0,-1 0 0,1 0 0,-1 0 0,1 1 0,-1-1 0,1 0 0,-1 0 0,1 1 0,0-1 0,-1 0 0,1 1 0,-1-1 0,1 0 0,0 1 0,-1-1 0,1 0 0,0 1 0,-1-1 0,1 1 0,0-1 0,0 1 0,-1-1 0,1 0 0,0 1 0,0-1 0,0 1 0,0 0 0,17 7 0,32-1 0,-1-3 0,91-2 0,-71-3 0,234-1 0,-371-2 0,-89-19 0,22 2 0,-116 3 0,239 16 0,32-1 0,194-22 0,1 1 0,-128 11 0,81-14 0,-152 20 0,-22 0 0,-27-2 0,-67 1 0,-130 6 0,52 2 0,686-15 0,-235 2 0,-228 12 0,-29 2 0,1-1 0,-1 0 0,1-1 0,-1-1 0,0-1 0,0 0 0,16-5 0,-31 8 0,0 0 0,0 0 0,0 0 0,-1 0 0,1 0 0,0-1 0,0 1 0,0 0 0,0 0 0,0 0 0,-1 0 0,1 0 0,0 0 0,0 0 0,0 0 0,0 0 0,0 0 0,-1 0 0,1-1 0,0 1 0,0 0 0,0 0 0,0 0 0,0 0 0,0 0 0,0 0 0,0-1 0,0 1 0,0 0 0,0 0 0,0 0 0,-1 0 0,1-1 0,0 1 0,0 0 0,0 0 0,0 0 0,0 0 0,0-1 0,0 1 0,1 0 0,-1 0 0,0 0 0,0 0 0,0 0 0,0-1 0,0 1 0,0 0 0,0 0 0,0 0 0,0 0 0,0 0 0,0 0 0,1-1 0,-1 1 0,0 0 0,0 0 0,0 0 0,0 0 0,-20-5 0,-1 2 0,0 0 0,0 2 0,0 0 0,-22 2 0,-10 0 0,-580-2 0,617 1 0,9-1 0,0 1 0,0 0 0,0 1 0,0-1 0,0 1 0,-14 4 0,19-1 0,8 0 0,14 3 0,1-1 0,0 0 0,0-2 0,0-1 0,24 2 0,-1 0 0,189 21 0,243-3 0,-684-7 0,34-1 0,1166-98 0,-858 67 0,-300 30 0,101-4 0,1 3 0,1 2 0,-62 25 0,125-40 0,0 0 0,0 0 0,0 0 0,0 0 0,0 0 0,0 0 0,0 0 0,1 1 0,-1-1 0,0 0 0,0 0 0,0 0 0,0 0 0,0 0 0,0 0 0,0 0 0,0 0 0,0 0 0,0 1 0,0-1 0,0 0 0,0 0 0,0 0 0,0 0 0,0 0 0,0 0 0,0 0 0,0 0 0,0 1 0,0-1 0,0 0 0,0 0 0,0 0 0,0 0 0,0 0 0,0 0 0,0 0 0,0 0 0,0 1 0,0-1 0,0 0 0,0 0 0,-1 0 0,1 0 0,0 0 0,0 0 0,0 0 0,0 0 0,0 0 0,0 0 0,0 0 0,0 0 0,0 0 0,0 0 0,-1 0 0,1 0 0,0 1 0,18 2 0,26-1 0,52-7 0,-1-3 0,134-31 0,-138 21 0,1 4 0,181-5 0,698 24 0,-537-8 0,16 3 0,-445 0 0,1 0 0,-1 0 0,1 1 0,-1 0 0,0-1 0,1 2 0,-1-1 0,0 1 0,10 3 0,-13-3 0,1 1 0,0-1 0,0 0 0,-1 1 0,1-1 0,-1 1 0,0 0 0,1 0 0,-1 0 0,-1 0 0,1 0 0,0 0 0,-1 0 0,0 1 0,2 5 0,8 35 0,-2 0 0,-2 0 0,-3 1 0,-1 0 0,-2-1 0,-7 76 0,5-115 0,1 0 0,-1 1 0,0-1 0,0 0 0,-1-1 0,1 1 0,-1 0 0,0 0 0,-1-1 0,1 1 0,-1-1 0,0 0 0,0 1 0,0-1 0,0-1 0,-8 8 0,3-6 0,1 0 0,-1 0 0,0-1 0,-1 0 0,1-1 0,-1 1 0,1-2 0,-17 4 0,-17 0 0,-1-1 0,-1-3 0,-80-5 0,24 0 0,55 5 0,-73 13 0,72-8 0,-66 2 0,-821-10 0,905 0 0,0-2 0,-38-9 0,33 6 0,-42-3 0,-12 7 0,41 2 0,-86-12 0,73 5 0,-98-2 0,31 5 0,88-1 0,1-2 0,-45-13 0,47 11 0,-1 1 0,-56-6 0,-225 12 0,151 5 0,-830-4 0,989 1 0,0 1 0,0-1 0,0 1 0,0 0 0,0 0 0,-11 5 0,16-6 0,1 1 0,0-1 0,-1 1 0,1-1 0,0 1 0,0 0 0,0 0 0,0 0 0,-1 0 0,1 0 0,0 0 0,1 0 0,-1 0 0,0 0 0,0 0 0,0 1 0,1-1 0,-1 0 0,0 0 0,1 1 0,-1-1 0,1 1 0,0-1 0,-1 0 0,1 1 0,0-1 0,0 1 0,0-1 0,0 0 0,0 1 0,0-1 0,1 1 0,-1-1 0,0 1 0,1-1 0,-1 0 0,1 1 0,-1-1 0,2 2 0,1 3 0,0-1 0,1 1 0,-1-1 0,1 0 0,0 0 0,1 0 0,-1-1 0,1 1 0,0-1 0,0 0 0,0-1 0,1 1 0,-1-1 0,10 4 0,11 4 0,1-1 0,27 7 0,-30-10 0,3 0 0,0-1 0,0-2 0,49 3 0,85-9 0,-58-1 0,1672 3 0,-1737-2 0,72-13 0,-68 8 0,53-3 0,-29 9 0,-10 0 0,71-9 0,0-6 0,44-7 0,-103 14 0,0 4 0,125 5 0,-74 2 0,-89-2 0,1 2 0,-1 1 0,53 11 0,-26 2 0,-27-8 0,0-1 0,0-1 0,34 2 0,-16-3 0,64 15 0,-79-13 0,-30-7 0,1 1 0,0 0 0,-1 1 0,0-1 0,1 1 0,-1 0 0,0-1 0,0 1 0,0 1 0,0-1 0,0 0 0,0 1 0,-1-1 0,1 1 0,-1 0 0,3 4 0,-4-6 0,-1 0 0,1 0 0,0 1 0,-1-1 0,0 0 0,1 1 0,-1-1 0,0 0 0,1 1 0,-1-1 0,0 0 0,0 1 0,0-1 0,0 1 0,0-1 0,-1 0 0,1 1 0,-1 1 0,0-1 0,0-1 0,0 1 0,0 0 0,0-1 0,0 1 0,0-1 0,-1 0 0,1 1 0,-1-1 0,1 0 0,-1 0 0,0 0 0,1 0 0,-1 0 0,0 0 0,-3 1 0,-3 1 0,-1 0 0,0 0 0,0-1 0,0-1 0,0 1 0,-1-1 0,1-1 0,-16 0 0,-4-4 0,-41-8 0,3-1 0,-30-4 0,56 8 0,-68-5 0,73 13 0,3 0 0,1-1 0,-34-7 0,-12-2 0,0 3 0,-1 4 0,-96 6 0,39 0 0,26 0 0,-126-5 0,127-13 0,75 10 0,-57-5 0,-8 9 0,-128-8 0,145 2 0,-5-1 0,-148-33 0,-187-90 0,-1-1 0,367 116 0,-48-8 0,72 19 0,1-1 0,-1-2 0,-39-16 0,51 15 0,-1 1 0,1 0 0,-1 2 0,-1 1 0,1 1 0,-1 0 0,0 2 0,-28-1 0,31 3 0,-188 5 0,202-3 0,0 0 0,0 0 0,0 0 0,0 1 0,0-1 0,0 1 0,0 0 0,1 1 0,-1-1 0,-7 6 0,-35 37 0,19-16 0,27-29 0,0 0 0,0 1 0,1-1 0,-1 1 0,0-1 0,1 1 0,-1-1 0,1 1 0,-1 0 0,1-1 0,-1 1 0,1 0 0,0-1 0,-1 1 0,1 0 0,0 0 0,-1-1 0,1 1 0,0 0 0,0 0 0,0 0 0,-1-1 0,1 1 0,0 0 0,0 0 0,0 0 0,1 0 0,-1-1 0,0 2 0,1-1 0,0 0 0,0 0 0,0 0 0,0 0 0,0-1 0,0 1 0,1 0 0,-1-1 0,0 1 0,0-1 0,1 1 0,-1-1 0,0 1 0,1-1 0,1 0 0,13 2 0,0 0 0,22-2 0,-27 0 0,981-4 0,-912 0 0,145-26 0,-147 16 0,150-6 0,725 22 0,-915-4 0,1-2 0,45-10 0,-20 2 0,-46 8 0,0-1 0,-1-1 0,1 0 0,-1-1 0,20-12 0,-22 11 0,0 0 0,1 1 0,0 1 0,1 0 0,-1 2 0,19-4 0,39 3 0,116 6 0,-64 2 0,-15-1 0,129-5 0,-162-13 0,-59 11 0,0 1 0,27-3 0,-20 5 0,-8 0 0,0 0 0,0 2 0,0 0 0,0 0 0,0 2 0,34 8 0,-46-8 0,0 1 0,-1 1 0,1-1 0,-1 1 0,0 0 0,0 0 0,-1 0 0,1 1 0,-1 0 0,0 0 0,0 0 0,0 0 0,-1 0 0,0 1 0,0 0 0,0 0 0,3 11 0,-1 0 0,0 0 0,-1 1 0,-1-1 0,0 1 0,-1 22 0,-2-35 0,1 1 0,-2-1 0,1 0 0,-1 0 0,1 1 0,-2-1 0,1 0 0,0 0 0,-1 0 0,-3 6 0,4-8 0,-1-1 0,0 1 0,0-1 0,0 0 0,0 1 0,-1-1 0,1 0 0,-1 0 0,1-1 0,-1 1 0,1 0 0,-1-1 0,0 0 0,0 1 0,0-1 0,0 0 0,0 0 0,-6 0 0,-22 3 0,-1-2 0,0-1 0,-51-5 0,1 0 0,57 2 0,-1 0 0,1-2 0,1-1 0,-1-1 0,-46-17 0,49 16 0,0 2 0,0 0 0,0 1 0,-35-1 0,-93 6 0,61 1 0,-2216-2 0,2275 2 0,-1 2 0,-49 11 0,18-3 0,32-2 0,25-1 0,16 3 0,18 3 0,1-2 0,0-1 0,1-1 0,44 9 0,-12-2 0,-14-6 0,0-1 0,1-3 0,70 4 0,154-11 0,-172-3 0,104-5 0,-158 3 0,-1-2 0,60-17 0,-70 14 0,1 2 0,71-4 0,75 10 0,-97 2 0,-63-2 0,-1-1 0,40-10 0,22-2 0,94 12 0,-18 0 0,-139-1 0,0-1 0,0-1 0,0-1 0,-1-1 0,26-12 0,-20 7 0,1 2 0,37-8 0,16 7 0,-57 9 0,-1-1 0,1-1 0,43-14 0,-22 1 0,1 1 0,1 2 0,71-11 0,-101 21 0,0 0 0,0-2 0,-1 0 0,1 0 0,-2-1 0,30-19 0,-27 15 0,0 1 0,1 1 0,39-13 0,-57 22 0,1-1 0,0 0 0,0 1 0,0-1 0,0 1 0,0 0 0,0 0 0,1 0 0,-1 0 0,0 0 0,0 0 0,0 0 0,0 1 0,0-1 0,0 1 0,0-1 0,-1 1 0,1 0 0,0 0 0,0 0 0,0 0 0,-1 0 0,1 0 0,0 0 0,-1 1 0,1-1 0,-1 0 0,1 1 0,-1 0 0,0-1 0,0 1 0,0 0 0,0-1 0,0 1 0,0 0 0,0 0 0,0 0 0,-1 0 0,1 0 0,-1 0 0,0 0 0,1 4 0,0 1 0,-1 0 0,0 0 0,0 0 0,-1 1 0,1-1 0,-1 0 0,-1 0 0,0 0 0,0 0 0,0 0 0,-4 7 0,-4 6 0,-2-1 0,0 0 0,-24 28 0,28-38 0,-1 0 0,1-1 0,-2 0 0,1-1 0,-1 0 0,0 0 0,-1-1 0,-17 8 0,-34 9 0,-1-3 0,-112 20 0,-135 3 0,282-40 0,-991 54 0,758-56 0,-318-5 0,390-8 0,-262-50 0,2-20 0,404 70 0,-1-1 0,-65-30 0,101 39 0,-123-56 0,121 52 0,1 0 0,0-1 0,1 0 0,-15-16 0,-12-10 0,-48-32 0,77 59 0,1-1 0,0 0 0,0 0 0,1-1 0,-7-13 0,6 11 0,0-1 0,-1 2 0,-10-13 0,4 10 0,0 2 0,-23-16 0,27 21 0,0-1 0,0 0 0,0 0 0,1-1 0,0 0 0,1 0 0,-10-14 0,17 22 0,1 0 0,-1 0 0,0 0 0,0-1 0,1 1 0,-1 0 0,1 0 0,-1-1 0,1 1 0,-1 0 0,1-1 0,0 1 0,0 0 0,0-1 0,0 1 0,0-1 0,0 1 0,0 0 0,0-1 0,0 1 0,1 0 0,-1-1 0,0 1 0,1 0 0,-1-1 0,1 1 0,0 0 0,-1 0 0,1-1 0,0 1 0,0 0 0,0 0 0,0 0 0,0 0 0,0 0 0,0 0 0,0 1 0,0-1 0,0 0 0,0 0 0,0 1 0,1-1 0,-1 1 0,0-1 0,1 1 0,-1-1 0,2 1 0,8-3 0,0 1 0,1 0 0,0 0 0,16 1 0,-22 1 0,340 15 0,-185-3 0,-76-5 0,0 3 0,125 32 0,-177-35 0,-21-5 0,-1 1 0,1 0 0,-1 0 0,15 7 0,-23-9 0,0 1 0,0 0 0,0 0 0,-1 0 0,1 0 0,0 0 0,-1 1 0,1-1 0,-1 1 0,0-1 0,0 1 0,0 0 0,0 0 0,-1 0 0,1 0 0,-1 0 0,0 0 0,0 1 0,1 4 0,2 7 0,-2 1 0,0 0 0,-1 0 0,0 0 0,-1 0 0,-1 0 0,-1 1 0,0-2 0,-7 23 0,7-34 0,0 1 0,-1 0 0,0-1 0,0 0 0,0 1 0,-1-1 0,1 0 0,-1-1 0,0 1 0,0-1 0,0 1 0,-1-1 0,1-1 0,-1 1 0,1-1 0,-1 1 0,0-1 0,0-1 0,0 1 0,0-1 0,-9 2 0,-10 0 0,0-1 0,1-1 0,-40-4 0,22 1 0,4 2 0,-196-15 0,197 11-117,7 0 200,0-1 1,-41-11 0,62 13-199,-1 0-1,0-1 1,1 0 0,0 0-1,0-1 1,0 0 0,1 0 0,-1-1-1,1 0 1,0 0 0,1-1-1,-6-7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7T12:34:24.369"/>
    </inkml:context>
    <inkml:brush xml:id="br0">
      <inkml:brushProperty name="width" value="0.2" units="cm"/>
      <inkml:brushProperty name="height" value="0.2" units="cm"/>
      <inkml:brushProperty name="color" value="#2D3133"/>
    </inkml:brush>
  </inkml:definitions>
  <inkml:trace contextRef="#ctx0" brushRef="#br0">1088 458 24575,'-117'-1'0,"91"-5"0,26 6 0,0 0 0,0 0 0,-1-1 0,1 1 0,0 0 0,0 0 0,0-1 0,-1 1 0,1 0 0,0 0 0,0-1 0,0 1 0,0 0 0,0 0 0,-1-1 0,1 1 0,0 0 0,0-1 0,0 1 0,0 0 0,0-1 0,0 1 0,0 0 0,0 0 0,0-1 0,0 1 0,0 0 0,0-1 0,0 1 0,0 0 0,1-1 0,-1 1 0,0 0 0,0 0 0,0-1 0,0 1 0,0 0 0,1 0 0,-1-1 0,4-2 0,-1 0 0,1 0 0,0 0 0,0 1 0,0 0 0,0-1 0,0 1 0,0 1 0,8-3 0,56-16 0,1 4 0,77-9 0,-101 18 0,862-115-1324,14 60 0,-920 62 1324,206 2 0,-193-1 320,-21 1 397,-32-1 452,-444 5-976,-277 5-1529,4 30 806,413-3 458,521-36 2259,155-4-2187,-321 2 0,0 0 0,0-1 0,-1 0 0,1-1 0,0-1 0,-1 0 0,14-5 0,-24 8 0,0-1 0,0 1 0,0-1 0,-1 1 0,1-1 0,0 1 0,0-1 0,0 1 0,-1-1 0,1 0 0,0 1 0,0-1 0,-1 0 0,1 0 0,-1 0 0,1 0 0,-1 1 0,1-1 0,-1 0 0,1 0 0,-1 0 0,0 0 0,0 0 0,1 0 0,-1-2 0,0 2 0,-1-1 0,1 1 0,-1-1 0,0 1 0,1 0 0,-1-1 0,0 1 0,0-1 0,0 1 0,0 0 0,0 0 0,0 0 0,0 0 0,0 0 0,-1 0 0,1 0 0,-2-1 0,-15-9 0,0 1 0,-1 1 0,0 1 0,-1 1 0,-26-7 0,23 7 0,-96-26 0,-1 5 0,-184-19 0,-253 20 0,543 27 0,-17-1 0,1 2 0,-52 8 0,52 1 0,30-9 0,-1-1 0,1 1 0,-1-1 0,0 1 0,1-1 0,-1 1 0,1-1 0,-1 1 0,1-1 0,0 1 0,-1 0 0,1-1 0,-1 1 0,1 0 0,0-1 0,0 1 0,-1 0 0,1-1 0,0 1 0,0 0 0,0 0 0,0 0 0,1 2 0,0 0 0,0-1 0,1 1 0,-1-1 0,1 0 0,-1 1 0,1-1 0,0 0 0,0 0 0,0 0 0,0 0 0,0-1 0,0 1 0,1 0 0,-1-1 0,0 1 0,4 0 0,37 22 0,0-2 0,65 23 0,102 23 0,-157-51 0,57 14 0,186 28 0,-348-63 0,-71 2 0,52 2 0,-38-2 0,-250 2 0,308 6 0,50-6 0,1 0 0,-1 0 0,0 0 0,1 0 0,-1 0 0,0 0 0,0 0 0,1 1 0,-1-1 0,0 0 0,1 0 0,-1 1 0,0-1 0,1 0 0,-1 1 0,1-1 0,-1 1 0,1-1 0,-1 1 0,0-1 0,1 1 0,0-1 0,-1 1 0,1-1 0,-1 1 0,1 0 0,0-1 0,-1 1 0,1 0 0,0-1 0,0 1 0,-1 1 0,2-1 0,0 1 0,-1-1 0,1 0 0,0 1 0,0-1 0,0 0 0,0 1 0,0-1 0,1 0 0,-1 0 0,0 0 0,1 0 0,1 1 0,18 11 0,1-1 0,1 0 0,0-2 0,33 11 0,100 22 0,-154-42 0,74 16 0,1-4 0,101 5 0,-776-24 0,427 6 0,148 0 0,7-1 0,0 1 0,0 1 0,0 1 0,-18 3 0,34-5 0,-1 0 0,1 0 0,-1 0 0,0 0 0,1 0 0,-1 0 0,0 0 0,1 0 0,-1 0 0,1 1 0,-1-1 0,1 0 0,-1 0 0,0 1 0,1-1 0,-1 0 0,1 1 0,-1-1 0,1 0 0,-1 1 0,1-1 0,0 1 0,-1-1 0,1 1 0,0-1 0,-1 1 0,1-1 0,0 1 0,-1-1 0,1 1 0,0 0 0,0-1 0,0 1 0,-1-1 0,1 1 0,0 0 0,0-1 0,0 1 0,0 0 0,0-1 0,0 1 0,0-1 0,1 1 0,-1 0 0,0-1 0,0 1 0,0-1 0,1 1 0,-1 0 0,0-1 0,0 1 0,1-1 0,-1 1 0,0-1 0,1 1 0,-1-1 0,1 0 0,-1 1 0,1-1 0,-1 1 0,1-1 0,-1 0 0,1 1 0,-1-1 0,2 1 0,37 22 0,-2-8 0,0-2 0,1-1 0,1-2 0,0-1 0,0-3 0,51 3 0,-128-11 0,16 0 0,1 1 0,-1 1 0,1 1 0,-38 6 0,56-6 0,1 0 0,-1-1 0,1 1 0,-1 0 0,1 1 0,-1-1 0,1 0 0,0 1 0,0-1 0,0 1 0,0-1 0,-3 4 0,4-4 0,1 0 0,-1 0 0,1-1 0,0 1 0,-1 0 0,1 0 0,0 0 0,0 0 0,-1 0 0,1 0 0,0 0 0,0 0 0,0 0 0,0-1 0,0 1 0,0 0 0,1 0 0,-1 0 0,0 0 0,0 0 0,1 0 0,-1 0 0,0-1 0,1 1 0,-1 0 0,1 0 0,-1 0 0,1-1 0,-1 1 0,1 0 0,0-1 0,-1 1 0,1 0 0,0-1 0,0 1 0,-1-1 0,1 1 0,1 0 0,6 3 0,-1 1 0,1-1 0,-1-1 0,1 0 0,0 0 0,0 0 0,1-1 0,13 2 0,73 5 0,-83-8 0,235-2 0,-406 25 0,151-22 0,8 0 0,16 1 0,29-2 0,252-2 0,-294 1 0,-5 0 0,-11 0 0,13 0 0,-1 0 0,1 0 0,-1 0 0,1 0 0,-1 0 0,1 0 0,0 0 0,-1 0 0,1 0 0,-1 0 0,1 0 0,-1 1 0,1-1 0,0 0 0,-1 0 0,1 0 0,-1 0 0,1 1 0,0-1 0,-1 0 0,1 0 0,0 1 0,-1-1 0,1 0 0,0 1 0,0-1 0,-1 0 0,1 1 0,0-1 0,0 0 0,-1 1 0,1-1 0,0 1 0,0-1 0,0 0 0,0 1 0,0-1 0,0 1 0,0-1 0,0 1 0,0-1 0,0 0 0,0 1 0,0-1 0,0 1 0,0-1 0,0 0 0,0 1 0,0-1 0,0 1 0,1-1 0,-1 0 0,0 1 0,0-1 0,0 1 0,1-1 0,-1 0 0,0 1 0,0-1 0,1 0 0,-1 0 0,0 1 0,1-1 0,-1 0 0,1 0 0,-1 1 0,0-1 0,1 0 0,0 0 0,9 8 0,-1-2 0,2 1 0,-1-1 0,1-1 0,0 0 0,0 0 0,1-1 0,19 4 0,10 1 0,50 3 0,-65-9 0,-8 0 0,1-2 0,-1 0 0,1 0 0,19-4 0,-38 3 0,0 0 0,1 1 0,-1-1 0,0 0 0,0 0 0,0 0 0,1 0 0,-1 0 0,0 0 0,0 0 0,1 0 0,-1 0 0,0 0 0,0 0 0,0 0 0,1 0 0,-1 0 0,0-1 0,0 1 0,1 0 0,-1 0 0,0 0 0,0 0 0,0 0 0,1 0 0,-1-1 0,0 1 0,0 0 0,0 0 0,0 0 0,1 0 0,-1-1 0,0 1 0,0 0 0,0 0 0,0 0 0,0-1 0,0 1 0,0 0 0,0 0 0,0 0 0,0-1 0,1 1 0,-1 0 0,0 0 0,0-1 0,0 1 0,0 0 0,-1 0 0,1-1 0,0 1 0,0 0 0,0 0 0,0 0 0,0-1 0,0 1 0,0 0 0,0 0 0,0-1 0,-1 1 0,1 0 0,0 0 0,0 0 0,-15-11 0,-17-1 0,0 1 0,-1 1 0,0 2 0,-50-6 0,65 11 0,-64-8 0,0 2 0,-92 3 0,247 22 0,67 6 0,240 9 0,-595-7 0,205-22 0,11 0 0,22 1 0,38-1 0,-42-2 0,-6 0 0,0 0 0,0 0 0,0-1 0,21-5 0,-34 6 0,1 0 0,-1 0 0,1 0 0,-1 0 0,0 0 0,1 0 0,-1 0 0,1 0 0,-1 0 0,0 0 0,1 0 0,-1-1 0,1 1 0,-1 0 0,0 0 0,1 0 0,-1-1 0,0 1 0,1 0 0,-1 0 0,0-1 0,1 1 0,-1 0 0,0-1 0,0 1 0,1 0 0,-1-1 0,0 1 0,0 0 0,0-1 0,0 1 0,1-1 0,-1 1 0,0 0 0,0-1 0,0 1 0,0-1 0,0 1 0,0 0 0,0-1 0,0 1 0,0-1 0,0 1 0,0 0 0,0-1 0,0 1 0,-1-1 0,1 1 0,0 0 0,0-1 0,0 1 0,0 0 0,-1-1 0,1 1 0,0 0 0,-1-1 0,1 1 0,0 0 0,0-1 0,-1 1 0,1 0 0,0 0 0,-1-1 0,1 1 0,0 0 0,-1 0 0,-28-15 0,7 8 0,0 1 0,-1 1 0,0 1 0,-36-1 0,-93 4 0,44 9 0,99-7 0,0 1 0,0 0 0,0 0 0,0 1 0,1 0 0,-1 1 0,1-1 0,0 2 0,-10 6 0,17-11 0,0 1 0,0-1 0,1 1 0,-1 0 0,0-1 0,0 1 0,0 0 0,1 0 0,-1-1 0,1 1 0,-1 0 0,0 0 0,1 0 0,-1 0 0,1 0 0,0 0 0,-1 0 0,1 0 0,0 0 0,0 0 0,-1 0 0,1 0 0,0 0 0,0 0 0,0 1 0,1 1 0,0-2 0,-1 1 0,1 0 0,0 0 0,1-1 0,-1 1 0,0-1 0,0 1 0,1-1 0,-1 1 0,1-1 0,-1 0 0,1 0 0,2 2 0,8 3 0,-1 0 0,1-1 0,17 5 0,-26-9 0,28 8 0,33 14 0,-64-23 0,0 0 0,0 0 0,0 0 0,0 0 0,0 0 0,0 0 0,0 0 0,0 0 0,0 1 0,0-1 0,0 0 0,0 0 0,0 0 0,-1 0 0,1 0 0,0 0 0,0 0 0,0 0 0,0 0 0,0 0 0,0 0 0,0 0 0,0 0 0,0 1 0,0-1 0,0 0 0,0 0 0,0 0 0,0 0 0,1 0 0,-1 0 0,0 0 0,0 0 0,0 0 0,0 0 0,0 0 0,0 0 0,0 0 0,0 0 0,0 0 0,0 0 0,0 1 0,0-1 0,0 0 0,0 0 0,0 0 0,0 0 0,0 0 0,0 0 0,0 0 0,1 0 0,-13 0 0,-20-4 0,31 4 0,-95-12 0,0 5 0,-132 5 0,201 8 0,28-6 0,-1 0 0,0 0 0,0 0 0,1 1 0,-1-1 0,0 0 0,0 0 0,1 0 0,-1 0 0,0 1 0,0-1 0,0 0 0,1 0 0,-1 0 0,0 1 0,0-1 0,0 0 0,0 0 0,1 1 0,-1-1 0,0 0 0,0 0 0,0 1 0,0-1 0,0 0 0,0 1 0,0-1 0,0 0 0,0 0 0,0 1 0,0-1 0,0 0 0,0 1 0,0-1 0,0 0 0,0 0 0,0 1 0,0-1 0,-1 0 0,1 0 0,0 1 0,0-1 0,0 0 0,0 0 0,-1 1 0,1-1 0,0 0 0,0 0 0,0 0 0,-1 1 0,1-1 0,0 0 0,0 0 0,-1 0 0,1 0 0,0 0 0,0 1 0,-1-1 0,1 0 0,-1 0 0,19 4 0,0 0 0,-1-1 0,1-1 0,0-1 0,34-1 0,-16 0 0,13 1 0,-8 1 0,60-6 0,-83-2 0,-18 6 0,0 0 0,0-1 0,0 1 0,0 0 0,0-1 0,0 1 0,0 0 0,-1-1 0,1 1 0,0 0 0,0 0 0,0-1 0,0 1 0,0 0 0,-1-1 0,1 1 0,0 0 0,0 0 0,-1-1 0,1 1 0,0 0 0,0 0 0,-1 0 0,1 0 0,0-1 0,0 1 0,-1 0 0,1 0 0,0 0 0,-1 0 0,1 0 0,-36-12 0,-42 6 0,61 4 0,14 2 0,5 0 0,44-1 0,1-2 0,-1-1 0,0-3 0,50-14 0,-41 9 0,-37 10 0,-1-2 0,34-11 0,-50 15 0,0-1 0,-1 1 0,1 0 0,0 0 0,-1-1 0,1 1 0,0 0 0,-1-1 0,1 1 0,0-1 0,-1 1 0,1-1 0,-1 1 0,1-1 0,-1 1 0,1-1 0,-1 1 0,1-1 0,-1 0 0,0 1 0,1-1 0,-1 0 0,0 1 0,1-1 0,-1 0 0,0 0 0,0 1 0,0-1 0,0 0 0,0 0 0,0-1 0,0 1 0,-1-1 0,0 0 0,0 0 0,0 1 0,0-1 0,0 1 0,0-1 0,0 1 0,0-1 0,0 1 0,-1 0 0,-1-2 0,-7-5 0,0 1 0,-20-10 0,29 16 0,-3-1 0,0 0 0,0 0 0,0-1 0,0 0 0,0 0 0,1 0 0,-1 0 0,-3-6 0,6 8 0,0 0 0,1 0 0,-1 0 0,1 0 0,-1 0 0,1-1 0,0 1 0,-1 0 0,1 0 0,0 0 0,0-1 0,0 1 0,0 0 0,0 0 0,0-1 0,0 1 0,0 0 0,0 0 0,1 0 0,-1-1 0,0 1 0,1 0 0,-1 0 0,1 0 0,-1 0 0,1 0 0,0 0 0,-1 0 0,1 0 0,0 0 0,0 0 0,0 0 0,0 0 0,0 0 0,0 1 0,0-1 0,2-1 0,12-8 0,0 1 0,1 0 0,1 1 0,-1 1 0,31-9 0,93-19 0,-106 30 0,-24 4 0,-1-1 0,1 1 0,-1-1 0,0-1 0,0 0 0,0 0 0,10-6 0,-18 9 0,-1 0 0,0 0 0,0 0 0,0 0 0,0 0 0,0 0 0,0 0 0,1 0 0,-1 0 0,0 0 0,0-1 0,0 1 0,0 0 0,0 0 0,0 0 0,0 0 0,1 0 0,-1 0 0,0 0 0,0-1 0,0 1 0,0 0 0,0 0 0,0 0 0,0 0 0,0 0 0,0 0 0,0-1 0,0 1 0,0 0 0,0 0 0,0 0 0,0 0 0,0 0 0,0-1 0,0 1 0,0 0 0,0 0 0,0 0 0,0 0 0,0 0 0,0-1 0,0 1 0,0 0 0,0 0 0,0 0 0,-1 0 0,1 0 0,0 0 0,0 0 0,0-1 0,0 1 0,0 0 0,0 0 0,0 0 0,-1 0 0,1 0 0,0 0 0,-14-5 0,-18 1 0,-110 3 0,43 1 0,161-2 0,1-3 0,68-14 0,-58 7 0,20-1 0,137-39 0,-224 50 0,26-10 0,-31 12 0,1-1 0,-1 1 0,0-1 0,0 0 0,1 0 0,-1 1 0,0-1 0,0 0 0,0 0 0,0 0 0,0-1 0,0 1 0,0 0 0,0 0 0,0 0 0,-1-1 0,2-1 0,-2 3 0,0-1 0,0 0 0,0 1 0,0-1 0,0 1 0,-1-1 0,1 1 0,0-1 0,0 0 0,0 1 0,-1-1 0,1 1 0,0-1 0,0 1 0,-1-1 0,1 1 0,-1-1 0,1 1 0,0 0 0,-1-1 0,1 1 0,-1-1 0,1 1 0,-1 0 0,1-1 0,-1 1 0,1 0 0,-1 0 0,1 0 0,-1-1 0,0 1 0,1 0 0,-2 0 0,-23-5 0,22 4 0,-70-6 0,-138 6 0,140 2 0,67 0 0,-7-2 0,1 2 0,0-1 0,-1 1 0,-15 4 0,26-5 0,1 1 0,-1-1 0,0 0 0,0 0 0,0 0 0,0 0 0,0 0 0,1 0 0,-1 1 0,0-1 0,0 0 0,0 0 0,0 0 0,0 0 0,0 1 0,1-1 0,-1 0 0,0 0 0,0 0 0,0 0 0,0 1 0,0-1 0,0 0 0,0 0 0,0 0 0,0 1 0,0-1 0,0 0 0,0 0 0,0 0 0,0 1 0,0-1 0,0 0 0,0 0 0,0 0 0,0 1 0,-1-1 0,1 0 0,0 0 0,0 0 0,0 0 0,0 1 0,0-1 0,0 0 0,-1 0 0,1 0 0,0 0 0,0 0 0,0 0 0,0 1 0,0-1 0,-1 0 0,1 0 0,0 0 0,0 0 0,0 0 0,-1 0 0,1 0 0,0 0 0,0 0 0,0 0 0,-1 0 0,1 0 0,0 0 0,18 6 0,47 2 0,0-3 0,101-5 0,-130-1 0,280-18 0,-125 6 0,-249 13 0,-49 2 0,94-1 0,0 1 0,0 0 0,0 0 0,0 2 0,-24 9 0,35-13 0,1 0 0,0 1 0,-1 0 0,1-1 0,0 1 0,-1 0 0,1 0 0,0 0 0,0 0 0,0 0 0,0 0 0,0 0 0,0 0 0,0 0 0,-1 2 0,2-2 0,0-1 0,0 0 0,0 1 0,0-1 0,0 1 0,0-1 0,0 1 0,1-1 0,-1 1 0,0-1 0,0 0 0,0 1 0,0-1 0,1 1 0,-1-1 0,0 0 0,0 1 0,1-1 0,-1 0 0,0 1 0,1-1 0,-1 0 0,1 1 0,-1-1 0,0 0 0,1 0 0,-1 1 0,1-1 0,-1 0 0,1 0 0,5 3 0,0-1 0,1-1 0,-1 1 0,1-1 0,9 1 0,50 0 0,0-4 0,0-2 0,97-19 0,-116 13 0,59-21 0,-41 11 0,-65 20 0,1 0 0,0 0 0,-1 0 0,1-1 0,0 1 0,-1 0 0,1 0 0,0 0 0,-1 0 0,1-1 0,0 1 0,-1 0 0,1-1 0,-1 1 0,1-1 0,-1 1 0,1 0 0,-1-1 0,1 1 0,-1-1 0,1 1 0,-1-1 0,1 1 0,-1-1 0,0 0 0,1 0 0,-14-8 0,-32-1 0,-236 0 0,262 10 0,502 0 0,-514 0 0,54 0 0,185 0 0,-368 0 0,1639 0 0,-1448 2 0,1 1 0,37 9 0,-34-6 0,54 4 0,-60-7 0,0 1 0,43 11 0,-39-8 0,-26-5 0,-1-1 0,0 1 0,1 1 0,-1-1 0,0 1 0,0 0 0,-1 0 0,1 1 0,-1 0 0,1 0 0,-1 0 0,0 1 0,-1-1 0,1 1 0,-1 0 0,0 1 0,0-1 0,0 1 0,-1-1 0,0 1 0,0 0 0,-1 1 0,1-1 0,-1 0 0,2 11 0,0 13 0,0 0 0,-2 0 0,-1 0 0,-4 45 0,0-16 0,1-29 0,-1-1 0,-1 0 0,-13 45 0,-34 83 0,45-143 0,1 0 0,-2 0 0,0-1 0,-15 22 0,20-31 0,-2 0 0,1 0 0,0 0 0,-1-1 0,1 1 0,-1-1 0,0 0 0,0 0 0,-1-1 0,1 1 0,0-1 0,-1 0 0,0 0 0,1 0 0,-1-1 0,0 1 0,0-1 0,-5 0 0,-12-1 0,0-2 0,1 0 0,-1-2 0,1 0 0,0-1 0,0-1 0,-27-13 0,-50-12 0,-11 5 0,-266-77 0,270 72 0,-145-25 0,179 42 0,-76-28 0,45 11 0,-44-15 0,52 14 0,-67-29 0,111 40 0,0 2 0,-93-22 0,118 36 0,-169-28 0,150 27 0,0 3 0,-62 3 0,320-1 0,-99 3 0,-10-3 0,189-27 0,-293 28 0,0 0 0,0 0 0,0 0 0,0-1 0,1 1 0,-1 0 0,0 0 0,0 0 0,0-1 0,0 1 0,0-1 0,0 1 0,1-1 0,-1 1 0,0-1 0,-1 0 0,1 1 0,0-1 0,0 0 0,0 0 0,0 0 0,0 0 0,0-1 0,-2 1 0,0-1 0,0 1 0,0 0 0,0 0 0,0 0 0,0 0 0,0 0 0,-1 0 0,1 0 0,0 1 0,-1-1 0,1 0 0,0 1 0,-1-1 0,1 0 0,-1 1 0,1 0 0,-1-1 0,1 1 0,-3 0 0,-32-7 0,-1 1 0,0 1 0,-60 2 0,-398 20-547,-3 37-439,47 15 846,347-46 93,0 4 0,-126 51 1,216-72 46,0-1 0,1 0 0,0 1 0,0 1 0,0 0 0,-21 16 0,33-22 20,0-1 0,0 1 0,0 0 0,0 0 0,0 0 0,1 0 0,-1 0 0,0 0 0,0 0 0,1 0 0,-1 0 0,1 1 0,-1-1 0,1 0 0,0 0 0,-1 0 0,1 1 0,0-1 0,0 0 0,0 0 0,0 3 0,0-3 21,1 0 0,-1 1 0,1-1 0,0 0 0,0 0 0,-1 1 0,1-1-1,0 0 1,0 0 0,0 0 0,0 0 0,1 0 0,-1 0 0,0-1 0,0 1 0,0 0 0,1 0 0,-1-1-1,3 1 1,15 5 31,0-1 0,1 0 1,-1-2-1,1 0 0,0-2 0,32 0 0,50-3-272,173-26-1,101-41-376,-315 57 559,-30 5 18,523-120 0,-493 107 0,-39 8 0,-23 12 0,0-1 0,0 1 0,0-1 0,0 1 0,0-1 0,0 1 0,-1 0 0,1-1 0,0 1 0,0 0 0,0 0 0,0 0 0,0 0 0,0 0 0,0 0 0,0 0 0,-1 1 0,1-1 0,0 0 0,-1 1 0,-71 9 310,1 4-1,-105 34 1,96-24-193,47-15-117,-191 62 0,187-52 0,38-19 0,0 1 0,-1-1 0,1 0 0,0 0 0,0 0 0,-1 1 0,1-1 0,0 0 0,0 0 0,-1 1 0,1-1 0,0 0 0,0 0 0,-1 1 0,1-1 0,0 0 0,0 1 0,0-1 0,0 0 0,0 1 0,0-1 0,-1 1 0,1-1 0,0 0 0,0 1 0,0-1 0,0 0 0,0 1 0,0-1 0,1 0 0,-1 1 0,0-1 0,0 1 0,0-1 0,0 0 0,0 1 0,0-1 0,1 0 0,-1 0 0,0 1 0,0-1 0,0 0 0,1 1 0,-1-1 0,0 0 0,0 0 0,1 1 0,-1-1 0,0 0 0,1 0 0,-1 0 0,0 1 0,1-1 0,-1 0 0,0 0 0,1 0 0,-1 0 0,0 0 0,1 0 0,0 0 0,26 6 0,58-6 0,166-19 0,-191 13 0,274-46 0,-272 41 0,-38 6 0,-35 8 0,-41 8 0,17-3 0,-61 17 0,88-22 0,-1 0 0,1 0 0,0 1 0,0 0 0,0 1 0,0 0 0,1 0 0,-7 6 0,13-10 0,1-1 0,-1 0 0,1 1 0,0-1 0,-1 0 0,1 1 0,0-1 0,-1 1 0,1-1 0,0 1 0,-1-1 0,1 1 0,0-1 0,0 1 0,0-1 0,-1 1 0,1-1 0,0 1 0,0-1 0,0 1 0,0-1 0,0 1 0,0 0 0,0-1 0,0 1 0,0-1 0,0 1 0,1-1 0,-1 1 0,0-1 0,0 1 0,0-1 0,1 1 0,-1-1 0,0 1 0,1-1 0,-1 1 0,0-1 0,1 0 0,-1 1 0,0-1 0,1 0 0,-1 1 0,1-1 0,-1 0 0,1 1 0,0-1 0,27 12 0,-26-11 0,55 14 0,0-2 0,82 8 0,123-4 0,-101-15 0,-202-1 0,-81 11 0,77-7 0,-34 7 0,-91 26 0,142-35 0,29-4 0,-1 1 0,1-1 0,0 0 0,0 0 0,0 0 0,0 0 0,0 1 0,1-1 0,-1 0 0,0 1 0,0-1 0,0 1 0,1-1 0,-1 1 0,0 0 0,0 0 0,3-1 0,156-43 0,27-9 0,-138 37 0,65-27 0,-96 31 0,-18 12 0,0 0 0,1-1 0,-1 1 0,0 0 0,0 0 0,0-1 0,0 1 0,1 0 0,-1 0 0,0-1 0,0 1 0,0 0 0,0-1 0,0 1 0,0 0 0,0 0 0,0-1 0,0 1 0,0 0 0,0-1 0,0 1 0,0 0 0,0-1 0,0 1 0,0 0 0,0 0 0,0-1 0,0 1 0,-1 0 0,1 0 0,0-1 0,0 1 0,0-1 0,-3 0 0,1 0 0,0-1 0,-1 1 0,1 0 0,-1 0 0,1 0 0,-1 1 0,0-1 0,1 0 0,-1 1 0,-4 0 0,-80-5 0,1 5 0,-115 13 0,114-6 0,16-2 0,-81 17 0,130-16 0,18-1 0,8-4 0,-1 0 0,0-1 0,0 0 0,1 1 0,-1-1 0,0 0 0,1-1 0,5 0 0,202-28 0,249-68 0,-440 92 0,6-1 0,0-1 0,-1-1 0,26-13 0,-51 21 0,0 0 0,1 0 0,-1 0 0,0 0 0,1 0 0,-1 0 0,0-1 0,1 1 0,-1 0 0,0 0 0,0 0 0,1 0 0,-1-1 0,0 1 0,0 0 0,1 0 0,-1-1 0,0 1 0,0 0 0,1 0 0,-1-1 0,0 1 0,0 0 0,0-1 0,0 1 0,0 0 0,1 0 0,-1-1 0,0 1 0,0 0 0,0-1 0,0 0 0,-11-3 0,-22 1 0,32 3 0,-35 1 0,1 0 0,-1 3 0,-49 11 0,-104 35 0,130-33 0,40-10 0,19-6 0,0-1 0,0 0 0,0 0 0,0 0 0,0 0 0,0 1 0,0-1 0,0 0 0,0 0 0,0 0 0,0 0 0,0 0 0,0 1 0,0-1 0,0 0 0,0 0 0,0 0 0,0 0 0,0 0 0,0 1 0,0-1 0,1 0 0,-1 0 0,0 0 0,0 0 0,0 0 0,0 0 0,0 0 0,0 0 0,0 1 0,1-1 0,-1 0 0,0 0 0,0 0 0,0 0 0,0 0 0,0 0 0,1 0 0,-1 0 0,0 0 0,0 0 0,0 0 0,0 0 0,0 0 0,1 0 0,-1 0 0,0 0 0,0 0 0,0 0 0,0 0 0,0 0 0,1 0 0,38 3 0,26-4 0,-1-3 0,98-18 0,127-45 0,-270 62 0,38-12 0,-53 16 0,0-1 0,0 0 0,0 0 0,0 0 0,-1 0 0,1-1 0,-1 0 0,0 1 0,1-1 0,4-6 0,-8 8 0,1 1 0,-1-1 0,1 0 0,-1 0 0,1 0 0,-1 0 0,0 0 0,1 0 0,-1 1 0,0-1 0,1 0 0,-1 0 0,0 0 0,0 0 0,0 0 0,0 0 0,0 0 0,0 0 0,0 0 0,-1 0 0,1 0 0,0 0 0,0 0 0,-1 0 0,0-1 0,0 0 0,0 0 0,-1 0 0,0 0 0,1 0 0,-1 0 0,0 1 0,0-1 0,0 0 0,-4-1 0,-2-2 0,-1 1 0,1 0 0,-1 0 0,-12-2 0,4 2 0,-1 1 0,-26 0 0,-26-5 0,68 6 0,7-2 0,15-3 0,0 0 0,0 2 0,1 0 0,27-3 0,11-2 0,431-95 0,-454 93 0,-22 4 0,-14 8 0,0 0 0,0-1 0,1 1 0,-1 0 0,0 0 0,0 0 0,0 0 0,0-1 0,0 1 0,0 0 0,0 0 0,0 0 0,0 0 0,0-1 0,0 1 0,0 0 0,0 0 0,0 0 0,0-1 0,0 1 0,0 0 0,0 0 0,0 0 0,0 0 0,0-1 0,0 1 0,0 0 0,0 0 0,0 0 0,0 0 0,-1-1 0,1 1 0,0 0 0,0 0 0,0 0 0,0 0 0,0 0 0,0 0 0,-1-1 0,1 1 0,0 0 0,0 0 0,0 0 0,0 0 0,-1 0 0,1 0 0,0 0 0,0 0 0,0 0 0,0 0 0,-1 0 0,1 0 0,0 0 0,0 0 0,0 0 0,-1 0 0,-16-4 0,-1 1 0,1 1 0,-1 0 0,0 2 0,-19 1 0,-2-1 0,-14 0 0,-1 2 0,1 3 0,1 2 0,-1 3 0,1 1 0,-79 30 0,125-40 0,0 1 0,0 1 0,1-1 0,-1 1 0,1 0 0,0 0 0,0 1 0,0 0 0,0-1 0,-5 7 0,10-10 0,-1 1 0,1-1 0,0 1 0,-1 0 0,1-1 0,-1 1 0,1 0 0,0-1 0,0 1 0,-1 0 0,1-1 0,0 1 0,0 0 0,0 0 0,0-1 0,0 1 0,0 0 0,0-1 0,0 1 0,0 0 0,0 0 0,0-1 0,1 1 0,-1 0 0,0-1 0,0 1 0,1 0 0,-1-1 0,0 1 0,1 0 0,-1-1 0,1 1 0,23 15 0,-6-10 0,-1 0 0,1-1 0,0-1 0,27 3 0,80 1 0,-77-6 0,92 2 0,151-14 0,-216 3 0,0-4 0,-1-3 0,126-41 0,-175 46 0,0-1 0,39-23 0,-56 28 0,0 0 0,-1 0 0,1-1 0,-1 0 0,0 0 0,-1-1 0,1 0 0,-2 0 0,1-1 0,8-14 0,-13 20 0,0 0 0,0 0 0,0 0 0,-1-1 0,1 1 0,-1 0 0,1-1 0,-1 1 0,0 0 0,0 0 0,0-1 0,0 1 0,0 0 0,-1-1 0,1 1 0,-1 0 0,0 0 0,1-1 0,-1 1 0,0 0 0,0 0 0,0 0 0,-1 0 0,1 0 0,0 0 0,-1 1 0,1-1 0,-1 0 0,0 1 0,1-1 0,-1 1 0,0-1 0,-4-1 0,-3-3 0,0 1 0,0 1 0,-1-1 0,0 2 0,0-1 0,-15-2 0,-18-2 0,0 1 0,-1 3 0,1 2 0,-1 1 0,0 3 0,0 1 0,1 2 0,-64 17 0,56-8 0,1 1 0,0 3 0,2 3 0,0 1 0,2 2 0,-76 53 0,99-60 0,1 0 0,-23 24 0,40-37 0,1 0 0,0 1 0,0 0 0,0 0 0,0 0 0,1 0 0,0 1 0,0-1 0,0 1 0,1 0 0,0 0 0,0 0 0,0 0 0,1 0 0,-2 12 0,4-15 0,-1 0 0,0 0 0,1-1 0,-1 1 0,1 0 0,0-1 0,0 1 0,0 0 0,0-1 0,1 1 0,-1-1 0,1 0 0,-1 1 0,1-1 0,0 0 0,3 3 0,-1-2 0,1 1 0,-1-1 0,1 0 0,0-1 0,0 1 0,0-1 0,10 4 0,-1-3 0,1 0 0,-1 0 0,1-1 0,0-1 0,21-1 0,-2-3 0,-1-1 0,1-2 0,-1-2 0,38-13 0,127-55 0,-176 67 0,3-1 0,34-19 0,-54 27 0,-1-1 0,1 0 0,-1 0 0,1 0 0,-1-1 0,0 0 0,0 1 0,-1-1 0,1-1 0,-1 1 0,0 0 0,0-1 0,3-7 0,-5 10 0,-1 1 0,1-1 0,-1 0 0,1 0 0,-1 0 0,0 0 0,0 0 0,0 0 0,0 1 0,0-1 0,0 0 0,-1 0 0,1 0 0,-1 0 0,1 0 0,-1 1 0,1-1 0,-1 0 0,0 1 0,-2-4 0,0 2 0,0-1 0,0 1 0,0 0 0,0 0 0,-1 0 0,1 1 0,-1-1 0,-6-3 0,-6-1 0,1 1 0,-1 0 0,-30-6 0,8 5 0,0 1 0,-1 2 0,1 2 0,-75 4 0,81 1 0,0 2 0,1 1 0,0 1 0,0 2 0,0 1 0,-40 19 0,63-25 0,-1 1 0,1 0 0,0 1 0,0 0 0,0 0 0,1 0 0,0 1 0,-8 9 0,14-14 0,0 0 0,-1-1 0,1 1 0,0 0 0,0 0 0,0 0 0,0 0 0,0 0 0,1 0 0,-1 0 0,1 0 0,-1 0 0,1 0 0,0 0 0,-1 0 0,1 0 0,0 0 0,1 0 0,-1 0 0,0 1 0,0-1 0,1 0 0,-1 0 0,1 0 0,0 0 0,0 0 0,0 0 0,0 0 0,0-1 0,0 1 0,0 0 0,0 0 0,1-1 0,-1 1 0,1-1 0,-1 1 0,1-1 0,0 0 0,-1 0 0,1 0 0,0 1 0,3 0 0,9 5 0,-1-1 0,1 0 0,0-1 0,1 0 0,-1-2 0,1 1 0,19 1 0,108 2 0,-87-8 0,0-2 0,0-3 0,-1-2 0,0-3 0,55-18 0,-107 29 0,1-1 0,-1 1 0,0-1 0,0 0 0,1 0 0,-1 0 0,0 0 0,0-1 0,0 1 0,0 0 0,0-1 0,-1 1 0,1-1 0,0 0 0,2-3 0,-4 4 0,0 1 0,0-1 0,0 1 0,0-1 0,0 1 0,1-1 0,-1 1 0,0-1 0,-1 1 0,1-1 0,0 1 0,0-1 0,0 1 0,0-1 0,0 1 0,0-1 0,-1 1 0,1-1 0,0 1 0,0-1 0,-1 1 0,1 0 0,0-1 0,-1 1 0,1-1 0,-1 1 0,-23-13 0,0 8 0,0 0 0,0 1 0,0 2 0,-1 0 0,1 1 0,-1 2 0,1 1 0,0 0 0,-1 2 0,-44 13 0,18-1 0,0 3 0,1 1 0,-90 53 0,124-64 0,0 0 0,1 1 0,0 1 0,1 1 0,0 0 0,0 1 0,2 0 0,-15 19 0,26-31 0,0 0 0,0 1 0,0-1 0,0 1 0,0-1 0,1 1 0,-1 0 0,0-1 0,1 1 0,-1 0 0,1 0 0,0-1 0,0 1 0,-1 0 0,1 0 0,0 0 0,0-1 0,1 1 0,-1 0 0,0 0 0,1-1 0,0 3 0,0-2 0,0 0 0,1 0 0,-1-1 0,1 1 0,-1 0 0,1-1 0,0 0 0,-1 1 0,1-1 0,0 0 0,0 0 0,0 0 0,0 0 0,0 0 0,3 1 0,9 1 0,0 0 0,0-1 0,0 0 0,21-1 0,-2-2 0,-1-1 0,1-2 0,-1-1 0,0-1 0,-1-2 0,1-1 0,-2-1 0,33-17 0,-13 2 0,-1-1 0,-1-4 0,84-66 0,-122 88 0,-1 0 0,1 0 0,-2-1 0,1-1 0,-1 1 0,12-22 0,-18 29 0,-1-1 0,0 1 0,0-1 0,0 0 0,0 1 0,0-1 0,0 0 0,-1 0 0,1 0 0,-1 1 0,0-1 0,0 0 0,0 0 0,0 0 0,-1 0 0,1 0 0,-1 1 0,0-1 0,1 0 0,-1 0 0,-1 1 0,1-1 0,0 1 0,0-1 0,-1 1 0,0-1 0,1 1 0,-1 0 0,0 0 0,0 0 0,0 0 0,-1 0 0,1 0 0,-5-2 0,-2-2 0,-1 1 0,1 0 0,-1 0 0,-1 1 0,1 1 0,0 0 0,-1 0 0,0 1 0,0 0 0,0 1 0,1 0 0,-16 1 0,-6 2 0,0 1 0,0 1 0,-31 9 0,14 0 0,0 2 0,1 2 0,1 2 0,1 2 0,1 2 0,0 3 0,-58 43 0,87-56 0,-1 1 0,-18 20 0,32-31 0,0 1 0,0-1 0,0 1 0,0-1 0,1 1 0,-1 0 0,1 0 0,0 0 0,0 0 0,1 1 0,-1-1 0,1 1 0,0-1 0,0 1 0,1-1 0,-1 10 0,1-13 0,1 1 0,-1 0 0,1-1 0,-1 1 0,1 0 0,0-1 0,0 1 0,0-1 0,0 1 0,0-1 0,0 0 0,0 1 0,0-1 0,1 0 0,-1 0 0,0 0 0,1 0 0,-1 0 0,1 0 0,-1 0 0,1 0 0,-1-1 0,1 1 0,0-1 0,2 1 0,5 1 0,0 0 0,-1-1 0,16 0 0,5-1 0,0-2 0,0-1 0,0-1 0,-1-2 0,56-18 0,-22 1 0,89-47 0,-113 51 0,-1-2 0,-1-1 0,-1-2 0,-1-2 0,-1-1 0,-2-2 0,33-36 0,-58 58 0,-1-1 0,1 1 0,-1-1 0,-1 0 0,7-14 0,-10 19 0,0 0 0,0 0 0,-1 0 0,1 0 0,-1 0 0,1 0 0,-1 0 0,0 0 0,0 0 0,0 1 0,-1-1 0,1 0 0,-1 0 0,1 0 0,-1 0 0,0 0 0,0 0 0,-1 0 0,1 1 0,-3-6 0,-3 1 0,0 0 0,0 0 0,0 1 0,0-1 0,-1 2 0,0-1 0,-1 1 0,1 0 0,-1 1 0,0 0 0,0 0 0,0 1 0,0 1 0,-20-4 0,1 1 0,0 1 0,0 2 0,-55 3 0,53 1 0,1 1 0,0 2 0,-1 1 0,2 2 0,-1 0 0,1 2 0,1 1 0,0 2 0,-40 24 0,54-29 0,0 0 0,1 1 0,0 1 0,1 0 0,0 1 0,0 0 0,1 1 0,1 0 0,0 0 0,1 1 0,0 1 0,1-1 0,0 1 0,1 0 0,0 0 0,2 1 0,0 0 0,0 0 0,1 0 0,-1 19 0,4-30 0,0-1 0,0 1 0,0 0 0,1-1 0,-1 1 0,1-1 0,0 1 0,0-1 0,0 0 0,1 1 0,-1-1 0,1 0 0,0 0 0,-1 1 0,1-1 0,1-1 0,-1 1 0,0 0 0,1-1 0,-1 1 0,1-1 0,0 1 0,0-1 0,0 0 0,0-1 0,0 1 0,0 0 0,1-1 0,6 2 0,5 2 0,1-1 0,0-1 0,0-1 0,0-1 0,22 0 0,-15-1 0,0-2 0,0-1 0,0 0 0,0-2 0,-1-1 0,1 0 0,-1-2 0,30-15 0,-14 4 0,-2-2 0,0-1 0,57-48 0,-85 64 0,-1-1 0,1 0 0,-2-1 0,1 0 0,-1 0 0,0 0 0,0-1 0,-1 1 0,0-1 0,-1-1 0,0 1 0,3-12 0,-6 16 0,0 1 0,0-1 0,-1 1 0,0-1 0,1 1 0,-2-1 0,1 0 0,0 1 0,-1-1 0,0 1 0,0 0 0,-1-1 0,1 1 0,-1 0 0,0-1 0,0 1 0,0 0 0,0 1 0,-1-1 0,0 0 0,1 1 0,-1-1 0,-1 1 0,1 0 0,0 0 0,-1 0 0,0 0 0,-7-4 0,-11-5 0,-1 0 0,0 2 0,-1 0 0,0 2 0,0 0 0,-1 2 0,0 1 0,-49-4 0,32 7 0,-1 2 0,1 2 0,0 1 0,-67 15 0,93-14 0,1 0 0,1 0 0,-1 2 0,0 0 0,1 0 0,1 2 0,-1-1 0,1 2 0,0 0 0,1 0 0,-17 17 0,21-18 0,1 1 0,0 0 0,0 0 0,1 0 0,0 1 0,1 0 0,0 0 0,1 1 0,0-1 0,0 1 0,1 0 0,1 0 0,0 0 0,0 0 0,1 0 0,0 18 0,2-22 0,0 0 0,0 0 0,0 0 0,1-1 0,0 1 0,0-1 0,1 1 0,-1-1 0,2 0 0,-1 0 0,0 0 0,1 0 0,0-1 0,1 1 0,-1-1 0,1 0 0,0 0 0,0-1 0,1 0 0,-1 0 0,1 0 0,0 0 0,0-1 0,10 4 0,7 3 0,2-1 0,-1-2 0,1 0 0,1-2 0,32 4 0,4-3 0,1-2 0,0-2 0,75-9 0,-91 1 0,0-2 0,-1-1 0,0-3 0,84-33 0,-108 36 0,0-2 0,-2 0 0,1-2 0,27-21 0,-41 28 0,-1 1 0,1-1 0,-1-1 0,0 1 0,0-1 0,-1 0 0,0 0 0,0-1 0,-1 1 0,0-1 0,0 0 0,-1 0 0,0-1 0,0 1 0,1-10 0,-3 14 0,-1 0 0,1 1 0,-1-1 0,0 0 0,-1 0 0,1 1 0,-1-1 0,1 0 0,-1 1 0,0-1 0,-1 1 0,1-1 0,0 1 0,-1-1 0,0 1 0,0 0 0,0 0 0,0 0 0,-1 0 0,1 0 0,-1 0 0,1 1 0,-1-1 0,0 1 0,0 0 0,0 0 0,0 0 0,-1 0 0,1 0 0,0 1 0,-1 0 0,1-1 0,-1 1 0,-6-1 0,-5-1 0,1 1 0,-1 0 0,0 1 0,1 1 0,-1 0 0,0 1 0,-23 4 0,30-3 0,0 0 0,1 0 0,-1 0 0,1 1 0,0 0 0,0 0 0,0 1 0,0 0 0,0 0 0,-7 6 0,11-7 0,0 0 0,1 0 0,-1 0 0,1 0 0,-1 0 0,1 1 0,0-1 0,0 1 0,0-1 0,1 1 0,-1 0 0,1 0 0,0 0 0,0 0 0,1 0 0,-1 0 0,1 0 0,-1 0 0,1 0 0,1 0 0,0 6 0,0-6 0,0-1 0,0 1 0,1-1 0,-1 1 0,1-1 0,0 1 0,0-1 0,0 0 0,0 0 0,1 0 0,-1 0 0,1-1 0,0 1 0,0-1 0,0 1 0,0-1 0,0 0 0,1 0 0,-1 0 0,7 2 0,5 2 0,0 0 0,0-1 0,26 4 0,-6-2 0,1-2 0,-1-2 0,1-1 0,0-2 0,45-6 0,-59 3 0,0 0 0,0-2 0,-1-1 0,0 0 0,0-2 0,0 0 0,-1-2 0,0 0 0,30-22 0,-44 28 0,-1 0 0,0-1 0,0 1 0,0-1 0,0-1 0,-1 1 0,0-1 0,5-9 0,-8 14 0,0-1 0,0 1 0,-1-1 0,1 0 0,-1 0 0,1 1 0,-1-1 0,0 0 0,1 0 0,-1 1 0,0-1 0,0 0 0,0 0 0,-1 1 0,1-1 0,0 0 0,-1 0 0,1 1 0,-1-1 0,1 0 0,-1 1 0,0-1 0,0 0 0,0 1 0,0-1 0,0 1 0,0-1 0,0 1 0,0 0 0,-1 0 0,1-1 0,0 1 0,-1 0 0,1 0 0,-1 0 0,1 0 0,-4 0 0,-4-3 0,0 0 0,0 1 0,0 1 0,-1 0 0,1 0 0,-1 1 0,1 0 0,-1 0 0,0 1 0,1 1 0,-16 2 0,-10 2 0,-63 19 0,47-8 0,0 3 0,1 2 0,1 2 0,1 3 0,2 1 0,0 2 0,2 2 0,-67 62 0,104-86 0,0 1 0,0-1 0,0 1 0,1 0 0,0 1 0,1-1 0,0 1 0,-7 17 0,11-24 0,1 1 0,-1 0 0,0-1 0,1 1 0,0 0 0,-1-1 0,1 1 0,0 0 0,1-1 0,-1 1 0,0 0 0,1 0 0,-1-1 0,1 1 0,0-1 0,0 1 0,0 0 0,0-1 0,0 0 0,1 1 0,-1-1 0,1 0 0,-1 0 0,1 1 0,0-1 0,0-1 0,0 1 0,0 0 0,0 0 0,1-1 0,-1 1 0,0-1 0,1 0 0,-1 0 0,1 0 0,4 2 0,6 1 0,1 0 0,-1-1 0,1 0 0,0-1 0,0 0 0,0-2 0,0 1 0,0-2 0,0 0 0,14-3 0,7-2 0,-1-1 0,62-24 0,-28 5 0,-2-2 0,69-42 0,-106 53 0,0-2 0,-1-2 0,-1 0 0,-1-1 0,-1-2 0,35-43 0,-58 65 0,0 0 0,0 0 0,0 0 0,-1 0 0,1-1 0,-1 1 0,0 0 0,0-1 0,0 1 0,0-1 0,0 1 0,0-1 0,-1 0 0,1 1 0,-1-1 0,0 0 0,0 0 0,0 1 0,0-4 0,-1 4 0,0 0 0,-1 0 0,1 0 0,-1 1 0,1-1 0,-1 0 0,0 0 0,1 1 0,-1 0 0,0-1 0,0 1 0,0 0 0,0 0 0,-1 0 0,1 0 0,0 0 0,0 0 0,-1 0 0,1 1 0,0 0 0,-1-1 0,1 1 0,-3 0 0,-23-3 0,-1 1 0,0 1 0,1 2 0,-1 0 0,-49 11 0,7 3 0,-72 26 0,65-15 0,1 4 0,1 3 0,-94 56 0,162-84 0,0 0 0,1 1 0,0-1 0,0 2 0,0-1 0,0 1 0,1 0 0,0 0 0,1 1 0,-6 9 0,9-14 0,1 0 0,0 0 0,0 1 0,0-1 0,0 0 0,0 1 0,1-1 0,-1 0 0,1 1 0,0-1 0,0 0 0,0 1 0,1-1 0,-1 0 0,1 1 0,0-1 0,0 0 0,0 1 0,0-1 0,0 0 0,1 0 0,0 0 0,-1 0 0,1-1 0,0 1 0,0 0 0,1-1 0,-1 1 0,0-1 0,1 0 0,3 3 0,9 6 0,1 0 0,0-1 0,1-1 0,0 0 0,0-2 0,1 0 0,0 0 0,0-2 0,1 0 0,-1-1 0,23 1 0,30 1 0,114-5 0,-162-1 0,2-1 0,0 0 0,0-2 0,42-10 0,-59 11 0,1-1 0,-1 0 0,0 0 0,0 0 0,-1-1 0,1-1 0,-1 1 0,1-1 0,-1 0 0,-1-1 0,1 1 0,-1-1 0,0-1 0,7-9 0,-12 14 0,0 1 0,1 0 0,-2 0 0,1-1 0,0 1 0,0-1 0,0 1 0,-1-1 0,1 1 0,-1-1 0,1 0 0,-1 1 0,1-1 0,-1 0 0,0 1 0,0-1 0,0 0 0,0 1 0,0-1 0,0 0 0,-1 1 0,1-1 0,0 0 0,-1 1 0,0-1 0,1 1 0,-1-1 0,0 1 0,1-1 0,-1 1 0,0-1 0,0 1 0,0 0 0,-1 0 0,1-1 0,0 1 0,0 0 0,-1 0 0,1 0 0,0 0 0,-1 0 0,1 1 0,-1-1 0,1 0 0,-4 0 0,0-1 0,-1 0 0,1 1 0,-1-1 0,0 1 0,1 1 0,-1-1 0,0 1 0,0 0 0,1 0 0,-1 1 0,0 0 0,-10 2 0,4 2 0,1 1 0,0 0 0,1 1 0,-1 0 0,1 1 0,1 0 0,-1 1 0,1-1 0,1 2 0,0-1 0,0 1 0,1 0 0,0 1 0,1 0 0,0 0 0,0 0 0,2 1 0,-5 13 0,8-21 0,0-1 0,1 0 0,-1 1 0,1-1 0,0 0 0,0 1 0,0-1 0,0 1 0,1-1 0,-1 0 0,1 0 0,0 1 0,0-1 0,0 0 0,0 0 0,1 0 0,-1 0 0,4 4 0,-2-4 0,0 0 0,0 0 0,0 0 0,0 0 0,1-1 0,-1 1 0,1-1 0,0 0 0,0 0 0,0-1 0,0 1 0,7 1 0,9 1 0,1-1 0,0-1 0,0 0 0,36-4 0,-48 2 0,42-1 0,-12 1 0,46-7 0,-74 6 0,1-2 0,-1 1 0,0-1 0,0-1 0,0 0 0,-1 0 0,1-1 0,14-9 0,-22 10 0,1 1 0,0 0 0,-1-1 0,0 0 0,0 1 0,0-1 0,0-1 0,-1 1 0,1 0 0,-1-1 0,0 1 0,0-1 0,-1 1 0,0-1 0,1 0 0,-2 0 0,2-6 0,0-11 0,-1 0 0,-3-35 0,0 26 0,2-6 0,0 1 0,-1 1 0,-2-1 0,-1 1 0,-2 0 0,-13-43 0,12 58 0,-1-5 0,-1 0 0,-20-38 0,24 55 0,1 1 0,-1 0 0,-1 0 0,1 0 0,-1 1 0,-1-1 0,1 2 0,-1-1 0,0 1 0,0 0 0,-15-8 0,-7-10 0,27 21 0,0-1 0,-1 1 0,0-1 0,1 1 0,-1 0 0,0 0 0,0 0 0,0 0 0,-1 1 0,-5-3 0,8 4 0,0 0 0,0 0 0,0 1 0,0-1 0,1 0 0,-1 1 0,0-1 0,0 0 0,0 1 0,0-1 0,1 1 0,-1-1 0,0 1 0,0 0 0,1-1 0,-1 1 0,1 0 0,-1-1 0,1 1 0,-1 0 0,1 0 0,-1 0 0,1-1 0,-1 1 0,1 0 0,0 0 0,-1 0 0,1 0 0,0 0 0,0 0 0,0 0 0,0-1 0,0 3 0,-4 36 0,4-35 0,1 259 0,1-99 0,-2-158 0,0 1 0,1-1 0,0 0 0,0 0 0,0 1 0,1-1 0,0 0 0,0 0 0,0 0 0,1-1 0,6 11 0,-7-12 0,1-1 0,0 0 0,0 0 0,0 0 0,0 0 0,0 0 0,0-1 0,1 0 0,-1 0 0,1 1 0,0-2 0,0 1 0,0 0 0,0-1 0,0 0 0,0 0 0,0 0 0,8 0 0,-10-1 0,0 1 0,0-1 0,0-1 0,0 1 0,0 0 0,0 0 0,0-1 0,0 1 0,0-1 0,0 0 0,0 1 0,-1-1 0,1 0 0,0 0 0,0 0 0,-1 0 0,1-1 0,-1 1 0,3-2 0,-1-1 0,-1 1 0,0 0 0,0-1 0,0 0 0,0 1 0,0-1 0,-1 0 0,1 0 0,0-4 0,1-10 0,0 0 0,-1 0 0,-1-26 0,-1 35 0,1-19 0,0 12 0,-1 0 0,0 0 0,-1 0 0,-4-23 0,4 36 0,0-1 0,0 1 0,0 0 0,0 0 0,-1 0 0,1 0 0,-1 0 0,1 0 0,-1 0 0,0 0 0,-1 0 0,1 1 0,0-1 0,-1 1 0,1 0 0,-1 0 0,1 0 0,-1 0 0,0 0 0,0 1 0,0-1 0,0 1 0,0-1 0,-1 1 0,1 0 0,-5 0 0,-1-1 0,0 2 0,1-1 0,-1 1 0,0 0 0,0 1 0,1 0 0,-1 0 0,0 1 0,1 0 0,-1 1 0,-10 4 0,-5 4 0,1 2 0,-32 22 0,50-32 0,-15 8-1365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7T12:34:41.222"/>
    </inkml:context>
    <inkml:brush xml:id="br0">
      <inkml:brushProperty name="width" value="0.2" units="cm"/>
      <inkml:brushProperty name="height" value="0.2" units="cm"/>
      <inkml:brushProperty name="color" value="#2D3133"/>
    </inkml:brush>
  </inkml:definitions>
  <inkml:trace contextRef="#ctx0" brushRef="#br0">721 364 24575,'80'2'0,"-45"0"0,1-1 0,-1-2 0,1-2 0,60-11 0,-92 13 0,0 0 0,0-1 0,-1 1 0,1-1 0,0 0 0,-1 0 0,1 0 0,-1 0 0,1-1 0,-1 1 0,0-1 0,0 0 0,0 0 0,-1 0 0,1 0 0,2-5 0,-4 6 0,0-1 0,0 1 0,0-1 0,0 1 0,-1-1 0,1 1 0,-1-1 0,0 0 0,1 1 0,-1-1 0,0 0 0,-1 1 0,1-1 0,0 1 0,-1-1 0,0 0 0,1 1 0,-1-1 0,0 1 0,0-1 0,-1 1 0,1 0 0,0-1 0,-1 1 0,-3-4 0,-2-2 0,-2 0 0,1 1 0,-1-1 0,0 2 0,-1-1 0,1 1 0,-1 1 0,-1 0 0,1 0 0,-1 1 0,1 0 0,-1 1 0,-20-3 0,-13-2 0,0 3 0,-51 0 0,27 4 0,-1 3 0,1 3 0,0 3 0,-130 32 0,169-31 0,0 1 0,0 2 0,-50 27 0,70-34 0,1 0 0,0 0 0,1 1 0,-1-1 0,1 2 0,0-1 0,0 1 0,1 0 0,0 1 0,0-1 0,1 1 0,0 0 0,0 1 0,1-1 0,0 1 0,-4 15 0,7-19 0,0-1 0,1 0 0,0 0 0,0 1 0,0-1 0,0 0 0,1 0 0,-1 0 0,1 1 0,0-1 0,0 0 0,1 0 0,-1 0 0,5 7 0,-2-5 0,1 1 0,-1-1 0,1 0 0,1 0 0,-1-1 0,1 1 0,10 6 0,2 0 0,0-1 0,1-1 0,0-1 0,1-1 0,23 7 0,-9-4 0,2-3 0,-1-1 0,1-2 0,0-1 0,0-2 0,1-1 0,38-5 0,-46 1 0,1-1 0,-1-2 0,0-1 0,0-1 0,-1-1 0,-1-2 0,1-1 0,-2-1 0,28-18 0,-49 28 0,-1 0 0,1-1 0,-1 0 0,0 1 0,0-2 0,6-6 0,-9 10 0,-1 0 0,1 0 0,-1 0 0,1 0 0,-1 1 0,1-1 0,-1 0 0,1 0 0,-1 0 0,0 0 0,1 0 0,-1 0 0,0 0 0,0 0 0,0 0 0,0 0 0,0 0 0,0 0 0,0 0 0,0 0 0,0 0 0,-1 0 0,1 0 0,0 0 0,-1 0 0,1 0 0,0 0 0,-1 0 0,1 0 0,-1 1 0,0-1 0,1 0 0,-1 0 0,0 0 0,1 1 0,-1-1 0,0 0 0,0 1 0,0-1 0,1 1 0,-1-1 0,0 1 0,-2-1 0,-3-2 0,0 1 0,0 0 0,-1 1 0,1-1 0,-1 1 0,1 0 0,-1 1 0,1 0 0,-1 0 0,0 0 0,1 1 0,-1 0 0,-9 2 0,-3 2 0,1 1 0,0 1 0,-28 14 0,11-2 0,2 2 0,0 2 0,-52 46 0,-75 93 0,67-47 0,83-101 0,1 0 0,1 0 0,1 1 0,0-1 0,0 2 0,-6 27 0,12-39 0,0 1 0,0-1 0,1 1 0,0-1 0,-1 1 0,2-1 0,-1 1 0,0-1 0,1 0 0,0 1 0,0-1 0,0 1 0,1-1 0,0 0 0,-1 0 0,1 0 0,1 0 0,-1 0 0,1 0 0,-1-1 0,1 1 0,0-1 0,0 0 0,1 1 0,-1-2 0,1 1 0,-1 0 0,5 2 0,7 3 0,1 0 0,-1-1 0,1-1 0,0 0 0,1-1 0,18 3 0,2-1 0,0-2 0,0-1 0,1-2 0,-1-2 0,1-1 0,-1-2 0,0-2 0,51-12 0,-62 11 0,0-2 0,-1-1 0,0 0 0,0-2 0,-1-1 0,-1-1 0,0-2 0,0 0 0,-2-1 0,0-1 0,-1 0 0,26-30 0,-39 38 0,0 0 0,-1 0 0,0 0 0,-1-1 0,0 0 0,0 0 0,-1 0 0,0-1 0,-1 1 0,-1-1 0,1 0 0,0-19 0,-2 25 0,-1 0 0,-1 0 0,1 0 0,-1 0 0,0 0 0,0-1 0,0 1 0,-1 1 0,0-1 0,0 0 0,0 0 0,-1 1 0,1-1 0,-1 1 0,0 0 0,0 0 0,-1 0 0,1 0 0,-1 0 0,0 1 0,0-1 0,0 1 0,0 0 0,-1 1 0,1-1 0,-1 1 0,0 0 0,-8-3 0,-2 1 0,0 0 0,0 1 0,0 0 0,-1 2 0,1-1 0,-1 2 0,1 0 0,-1 1 0,1 1 0,-1 0 0,1 1 0,0 1 0,0 0 0,0 1 0,-25 12 0,13-3 0,1 0 0,0 1 0,1 2 0,1 1 0,1 0 0,0 2 0,-26 30 0,36-36 0,1 1 0,0 1 0,1 0 0,1 0 0,1 1 0,0 1 0,1-1 0,1 1 0,1 0 0,0 1 0,2 0 0,-5 31 0,9-45 0,-1 0 0,1 0 0,1 0 0,-1 1 0,1-2 0,0 1 0,0 0 0,0 0 0,1 0 0,-1 0 0,1-1 0,0 1 0,1 0 0,-1-1 0,1 0 0,4 6 0,-2-5 0,0 0 0,0-1 0,1 1 0,0-1 0,0 0 0,0 0 0,0-1 0,0 0 0,1 0 0,9 3 0,5-1 0,-1 0 0,1-2 0,0 0 0,-1-2 0,1 0 0,0-1 0,22-3 0,-1-3 0,-2-2 0,1-2 0,-1-2 0,-1-1 0,0-2 0,-1-2 0,-1-1 0,46-30 0,-38 18 0,-2-1 0,0-2 0,-3-2 0,-1-2 0,-2-1 0,34-45 0,-55 61 0,-1 0 0,-1-1 0,-1 0 0,-1-1 0,-1-1 0,-1 0 0,7-28 0,-14 42 0,-1 0 0,0 0 0,-1 0 0,0 0 0,-1 0 0,0 0 0,-1 0 0,-4-18 0,4 22 0,-2 0 0,1 0 0,-1 0 0,0 1 0,0 0 0,-1-1 0,1 1 0,-1 0 0,-1 1 0,1-1 0,-1 1 0,0 0 0,-1 0 0,-8-6 0,-1 1 0,-1 0 0,-1 2 0,1 0 0,-1 1 0,-1 0 0,1 1 0,-1 2 0,0-1 0,0 2 0,-32-2 0,31 4 0,-1 1 0,1 0 0,0 2 0,-1 0 0,1 1 0,0 1 0,0 1 0,0 1 0,1 0 0,-19 10 0,12-2 0,1 2 0,0 0 0,2 2 0,0 1 0,1 0 0,0 2 0,2 0 0,1 1 0,1 1 0,0 0 0,2 2 0,1 0 0,1 0 0,1 1 0,1 1 0,1 0 0,-11 51 0,20-69 0,0 0 0,0-1 0,1 1 0,0 0 0,0-1 0,1 1 0,0 0 0,1-1 0,0 1 0,0-1 0,1 0 0,3 9 0,-3-11 0,0-1 0,0 0 0,1-1 0,-1 1 0,1 0 0,0-1 0,0 0 0,1 0 0,-1 0 0,1-1 0,0 1 0,0-1 0,0 0 0,0-1 0,0 1 0,1-1 0,-1 0 0,11 2 0,-5-1 0,0-2 0,1 1 0,-1-1 0,0-1 0,1 0 0,-1-1 0,1 0 0,19-5 0,-11 0 0,-1 0 0,0-1 0,-1-1 0,25-14 0,4-8 0,-2-1 0,68-62 0,-92 74 0,0-1 0,30-38 0,-44 49 0,-1 0 0,0-1 0,-1 1 0,1-1 0,-2 0 0,0-1 0,0 1 0,0-1 0,2-19 0,-5 27 0,-1 0 0,1-1 0,-1 1 0,0-1 0,0 1 0,-1 0 0,1-1 0,-1 1 0,0 0 0,1-1 0,-1 1 0,-1 0 0,1 0 0,0 0 0,-1 0 0,0 0 0,0 0 0,0 0 0,-3-3 0,2 2 0,-1 1 0,0 0 0,-1 0 0,1 0 0,-1 1 0,1-1 0,-1 1 0,0 0 0,0 1 0,1-1 0,-10-1 0,0 1 0,0 0 0,0 1 0,0 1 0,0 0 0,0 1 0,0 1 0,0 0 0,-22 6 0,16 0 0,1 1 0,0 0 0,0 1 0,1 1 0,1 1 0,0 0 0,0 1 0,1 1 0,-21 25 0,16-16 0,2 0 0,0 2 0,2 1 0,1 0 0,-25 55 0,36-71 0,1 1 0,1-1 0,0 1 0,0 0 0,1 0 0,0 0 0,1 0 0,0 14 0,1-21 0,1 0 0,-1-1 0,1 1 0,0 0 0,0-1 0,0 1 0,1 0 0,-1-1 0,1 0 0,0 1 0,0-1 0,0 0 0,0 0 0,0 0 0,1 0 0,-1 0 0,1-1 0,0 1 0,0-1 0,0 0 0,0 0 0,0 0 0,1 0 0,-1 0 0,1-1 0,-1 1 0,7 1 0,6 1 0,0-1 0,0 0 0,0-2 0,0 1 0,0-2 0,0 0 0,0-1 0,0-1 0,0 0 0,18-5 0,6-4 0,1-2 0,63-30 0,-68 27 0,-1-3 0,-1-1 0,-1-1 0,0-2 0,-2-1 0,0-1 0,-2-2 0,46-55 0,-68 73 0,0 0 0,0-1 0,-1 0 0,-1-1 0,0 1 0,0-1 0,-1 0 0,3-13 0,-6 22 0,0-1 0,-1 0 0,1 1 0,-1-1 0,0 0 0,0 1 0,0-1 0,0 0 0,-1 0 0,1 1 0,-1-1 0,1 0 0,-1 1 0,0-1 0,0 1 0,0-1 0,0 1 0,-1 0 0,1-1 0,-1 1 0,1 0 0,-1 0 0,0 0 0,0 0 0,0 0 0,0 0 0,0 1 0,0-1 0,0 0 0,-1 1 0,1 0 0,-1 0 0,1 0 0,-1 0 0,1 0 0,-1 0 0,1 0 0,-1 1 0,-4-1 0,-2 0 0,0 1 0,0-1 0,0 2 0,0-1 0,0 1 0,0 0 0,0 1 0,0 0 0,1 1 0,-1 0 0,1 0 0,-1 1 0,1 0 0,-13 8 0,-9 8 0,2 0 0,-34 32 0,35-28 0,2 0 0,-38 49 0,55-63 0,1-1 0,1 1 0,0 0 0,0 1 0,1 0 0,0 0 0,1 0 0,0 0 0,1 1 0,0-1 0,-2 22 0,5-29 0,0 1 0,0-1 0,1 0 0,0 0 0,0 0 0,0 0 0,0 0 0,0 0 0,1 0 0,0-1 0,0 1 0,0 0 0,0-1 0,0 1 0,1-1 0,0 0 0,-1 0 0,1 0 0,1 0 0,-1-1 0,0 1 0,0-1 0,1 1 0,6 2 0,-1-1 0,1 0 0,-1-1 0,1 0 0,0 0 0,0-1 0,0 0 0,0-1 0,0 0 0,16-1 0,6-3 0,-1-2 0,0-1 0,0-1 0,0-2 0,-1-1 0,0-1 0,49-26 0,188-129 0,-259 161 0,2-2 0,21-13 0,0-1 0,-1-2 0,-1-1 0,50-55 0,-75 75 0,0-1 0,-1 1 0,0-1 0,0 0 0,0 0 0,-1 0 0,1 0 0,-1 0 0,-1-1 0,1 1 0,-1-1 0,0 1 0,0-1 0,0 1 0,-1-1 0,0 0 0,0 1 0,0-1 0,-1 0 0,0 1 0,0-1 0,0 1 0,-1-1 0,0 1 0,0 0 0,0 0 0,0-1 0,-6-6 0,1 2 0,-1 0 0,0 1 0,0 0 0,-1 0 0,0 1 0,-1 0 0,0 0 0,0 1 0,-1 1 0,0-1 0,0 2 0,-13-5 0,4 3 0,-1 1 0,0 0 0,-1 2 0,1 1 0,-1 0 0,0 2 0,1 0 0,-1 2 0,0 0 0,0 2 0,1 0 0,0 1 0,-40 13 0,46-11 0,0 0 0,1 1 0,-1 1 0,1 0 0,1 0 0,0 2 0,0 0 0,-18 18 0,23-19 0,-1 0 0,2 1 0,0 1 0,0-1 0,0 1 0,2 0 0,-1 0 0,2 1 0,-1 0 0,1 0 0,-4 23 0,7-28 0,0-1 0,1 0 0,0 1 0,0-1 0,0 1 0,0-1 0,1 1 0,0-1 0,1 1 0,0-1 0,0 0 0,0 0 0,0 0 0,1 0 0,0 0 0,0-1 0,1 1 0,-1-1 0,1 0 0,1 0 0,-1 0 0,1-1 0,-1 1 0,1-1 0,1 0 0,-1 0 0,0-1 0,1 0 0,0 0 0,7 3 0,12 4 0,-1-2 0,1-1 0,1-1 0,-1-1 0,1-1 0,26 1 0,158-7 0,-161-1 0,0-2 0,-1-2 0,95-26 0,-125 26 0,0 0 0,0-1 0,-1 0 0,0-2 0,24-18 0,-31 20 0,0 0 0,-1-1 0,0 0 0,-1-1 0,1 0 0,-2 0 0,0-1 0,0 0 0,7-16 0,-8 13 0,-1 0 0,0-1 0,0 1 0,-2-1 0,0 0 0,-1-1 0,0 1 0,-1 0 0,-1-1 0,0 1 0,-1 0 0,-1-1 0,-4-16 0,3 20 0,0 1 0,-2-1 0,1 1 0,-1 0 0,-1 1 0,0-1 0,-1 1 0,0 0 0,0 0 0,-1 1 0,0 0 0,0 1 0,-1 0 0,-1 0 0,1 1 0,-1 0 0,-14-7 0,5 4 0,0 2 0,-1 0 0,0 1 0,0 1 0,-1 1 0,0 1 0,0 0 0,0 2 0,-41 0 0,37 3 0,0 2 0,0 0 0,0 1 0,1 2 0,-1 0 0,1 2 0,1 0 0,-25 13 0,14-3 0,2 0 0,0 2 0,-38 31 0,60-43 0,0 1 0,0 0 0,1 1 0,1 0 0,-1 0 0,2 1 0,-1 0 0,1 0 0,1 0 0,0 1 0,1 0 0,-8 25 0,13-35 0,-1 0 0,1 0 0,0 0 0,-1 0 0,1 0 0,0 1 0,0-1 0,0 0 0,1 0 0,-1 0 0,0 0 0,1 0 0,-1 0 0,1 0 0,0 0 0,0 0 0,0 0 0,0 0 0,0 0 0,0 0 0,0 0 0,1-1 0,-1 1 0,1-1 0,-1 1 0,1-1 0,0 1 0,-1-1 0,1 0 0,0 0 0,0 0 0,0 0 0,0 0 0,2 1 0,8 1 0,0 0 0,0 0 0,0-1 0,24 0 0,-29-1 0,64 2 0,110-8 0,-137 0 0,-1-1 0,-1-2 0,78-26 0,-110 31 0,-1-1 0,1-1 0,-1 0 0,0 0 0,0 0 0,13-12 0,-21 16 0,1 0 0,-1-1 0,1 1 0,-1 0 0,0-1 0,1 1 0,-1-1 0,0 0 0,0 1 0,0-1 0,0 0 0,0 1 0,-1-1 0,1 0 0,0 0 0,-1 0 0,0 0 0,1 0 0,-1 0 0,0 0 0,0 0 0,0 0 0,0 0 0,0 0 0,0 1 0,-1-1 0,1 0 0,-1 0 0,1 0 0,-1 0 0,0 0 0,0 1 0,0-1 0,0 0 0,0 0 0,0 1 0,0-1 0,0 1 0,-1-1 0,-1-1 0,-2-2 0,-1 1 0,0-1 0,0 1 0,0 0 0,-1 1 0,1-1 0,-1 1 0,0 1 0,0-1 0,0 1 0,-7-2 0,-13 0 0,-44-3 0,32 6 0,0 2 0,1 2 0,-1 1 0,1 3 0,0 1 0,1 1 0,-1 2 0,2 2 0,0 1 0,1 2 0,0 1 0,1 2 0,-41 31 0,64-42 0,1 0 0,1 1 0,0 1 0,0-1 0,1 1 0,0 1 0,0-1 0,1 1 0,-6 14 0,11-21 0,1-1 0,-1 0 0,1 0 0,0 0 0,0 1 0,0-1 0,1 0 0,-1 1 0,1-1 0,0 1 0,0-1 0,0 1 0,0-1 0,0 1 0,1-1 0,0 0 0,-1 1 0,1-1 0,1 0 0,-1 1 0,0-1 0,1 0 0,-1 0 0,1 0 0,0 0 0,0-1 0,0 1 0,1 0 0,-1-1 0,1 1 0,-1-1 0,1 0 0,0 0 0,0 0 0,0 0 0,0-1 0,0 1 0,5 1 0,17 7 0,-1-2 0,1-1 0,0-1 0,1-1 0,50 4 0,130-9 0,-157-3 0,1-1 0,57-14 0,-89 14 0,0-1 0,0-1 0,0-1 0,-1 0 0,0-1 0,-1-1 0,1 0 0,27-23 0,-37 26 0,-1 0 0,0-1 0,0 0 0,-1 0 0,0 0 0,0-1 0,0 1 0,-1-1 0,0 0 0,4-14 0,-7 19 0,0 0 0,0 0 0,0 0 0,-1 0 0,1 0 0,-1-1 0,0 1 0,0 0 0,0 0 0,0 0 0,-1 0 0,1 0 0,-1 0 0,0 0 0,0 0 0,0 0 0,0 0 0,0 0 0,-1 0 0,1 1 0,-1-1 0,0 0 0,0 1 0,0-1 0,0 1 0,0 0 0,0 0 0,-1 0 0,1 0 0,-1 0 0,1 0 0,-1 1 0,-4-2 0,-5-2 0,0 1 0,0 1 0,-1 0 0,0 1 0,1 0 0,-1 1 0,0 0 0,0 1 0,0 1 0,0 0 0,1 0 0,-1 1 0,0 1 0,-14 5 0,2 0 0,1 1 0,0 1 0,1 0 0,0 2 0,1 1 0,-26 20 0,31-21 0,1 2 0,1 0 0,0 0 0,1 2 0,1-1 0,0 2 0,-15 26 0,24-38 0,1 0 0,1 1 0,-1-1 0,1 1 0,0 0 0,0 0 0,1 0 0,0 0 0,0 0 0,0 0 0,1 0 0,0 0 0,0 0 0,0 0 0,1 0 0,0 0 0,0 0 0,1 0 0,-1 0 0,1 0 0,1 0 0,-1-1 0,1 1 0,0-1 0,0 0 0,0 1 0,1-2 0,0 1 0,6 6 0,2-1 0,-1 0 0,2-1 0,-1-1 0,1 0 0,1 0 0,-1-1 0,1-1 0,1-1 0,-1 0 0,16 3 0,16 3 0,90 8 0,-115-17 0,7 2 0,0-2 0,0-1 0,0 0 0,1-3 0,50-8 0,-76 10 0,0-1 0,0 0 0,0 0 0,0 0 0,-1 0 0,1 0 0,0-1 0,0 0 0,-1 1 0,1-1 0,-1 0 0,1 0 0,-1 0 0,0 0 0,0-1 0,0 1 0,0-1 0,0 1 0,-1-1 0,1 0 0,-1 1 0,0-1 0,0 0 0,0 0 0,0 0 0,0 0 0,0 0 0,-1 0 0,1-6 0,-2 5 0,1 0 0,-1 0 0,0 0 0,0 0 0,0 0 0,0 0 0,-1 1 0,0-1 0,0 0 0,0 1 0,0 0 0,0-1 0,-1 1 0,1 0 0,-1 0 0,0 0 0,0 1 0,0-1 0,0 1 0,-1 0 0,1-1 0,0 1 0,-5-1 0,-12-5 0,1 1 0,-1 1 0,0 0 0,-1 2 0,1 0 0,-1 2 0,-34-1 0,7 4 0,-1 2 0,-57 11 0,50-4 0,-68 22 0,99-24 0,1 1 0,0 2 0,1 0 0,0 1 0,-25 17 0,44-26 0,-1 1 0,1-1 0,1 1 0,-1-1 0,0 1 0,-4 7 0,8-10 0,-1-1 0,1 1 0,-1 0 0,1 0 0,0 0 0,-1 0 0,1-1 0,0 1 0,0 0 0,-1 0 0,1 0 0,0 0 0,0 0 0,0 0 0,0 0 0,0 0 0,0 0 0,1-1 0,-1 1 0,0 0 0,0 0 0,1 0 0,-1 0 0,0 0 0,1-1 0,-1 1 0,1 0 0,-1 0 0,1 0 0,-1-1 0,1 1 0,0 0 0,-1-1 0,1 1 0,0-1 0,-1 1 0,1-1 0,0 1 0,0-1 0,0 1 0,-1-1 0,1 0 0,0 1 0,1-1 0,11 4 0,0 0 0,0-1 0,0-1 0,1 0 0,-1-1 0,28 0 0,-37-1 0,95-2 0,-1-3 0,124-24 0,-84 2 0,137-46 0,-250 66 0,-1-2 0,0 0 0,0-1 0,-1-2 0,41-27 0,-58 35 0,0 0 0,-1-1 0,1 0 0,-1 0 0,-1 0 0,1-1 0,-1 0 0,0 0 0,0 0 0,0 0 0,-1 0 0,0-1 0,0 1 0,-1-1 0,0 0 0,0 0 0,-1 0 0,1 0 0,-2 0 0,1 0 0,-1-1 0,0 1 0,0 0 0,-1 0 0,-2-10 0,2 11 0,-1-1 0,0 1 0,0 0 0,0 0 0,-1 1 0,0-1 0,0 1 0,-1-1 0,1 1 0,-1 0 0,0 0 0,-1 0 0,-4-4 0,0 2 0,1 1 0,-1 0 0,0 0 0,-1 1 0,1 0 0,-1 1 0,-12-4 0,-7 0 0,0 2 0,0 0 0,-1 2 0,-47-1 0,43 5 0,0 1 0,0 2 0,-59 12 0,76-11 0,1 0 0,-1 2 0,1 0 0,0 0 0,1 2 0,-1 0 0,1 0 0,1 2 0,-16 12 0,28-20 0,-1 0 0,1 0 0,0 0 0,0 1 0,0-1 0,0 1 0,0-1 0,1 1 0,-1 0 0,1 0 0,0-1 0,-2 5 0,3-6 0,0 0 0,0 1 0,0-1 0,0 0 0,0 1 0,0-1 0,1 0 0,-1 0 0,0 1 0,1-1 0,-1 0 0,1 0 0,-1 1 0,1-1 0,0 0 0,-1 0 0,1 0 0,0 0 0,0 0 0,0 0 0,0 0 0,0 0 0,0 0 0,0 0 0,0-1 0,0 1 0,0 0 0,0-1 0,1 1 0,0 0 0,15 5 0,-1-1 0,1 0 0,0-1 0,0-1 0,0 0 0,0-1 0,34-2 0,-23 1 0,230-1 0,-220-3 0,0-1 0,-1-2 0,1-2 0,66-22 0,-96 27 0,-1-1 0,1 1 0,-1-1 0,1-1 0,-1 1 0,0-1 0,-1-1 0,1 1 0,-1-1 0,0 0 0,-1 0 0,1-1 0,-1 0 0,4-7 0,-7 9 0,1 0 0,-1 0 0,0 0 0,-1 0 0,0 0 0,1-1 0,-1 1 0,-1 0 0,1-1 0,-1 1 0,0 0 0,-1-1 0,1 1 0,-1-1 0,0 1 0,0 0 0,0 0 0,-1 0 0,0-1 0,0 2 0,0-1 0,-6-9 0,0 3 0,0 1 0,0 0 0,-1 0 0,0 0 0,-1 1 0,0 1 0,-1 0 0,1 0 0,-1 1 0,-1 0 0,1 1 0,-1 0 0,-25-7 0,22 8 0,-1 1 0,0 0 0,0 1 0,0 1 0,-1 0 0,1 2 0,0 0 0,-1 0 0,1 2 0,0 0 0,-16 4 0,10 1 0,2 0 0,-1 2 0,1 1 0,0 0 0,1 1 0,0 1 0,1 1 0,-24 22 0,7-3 0,2 2 0,-54 71 0,67-77 0,1 0 0,1 1 0,1 0 0,2 2 0,1 0 0,1 0 0,-9 37 0,19-56 0,0 0 0,1 1 0,0-1 0,1 1 0,1-1 0,0 1 0,0-1 0,1 1 0,1-1 0,0 1 0,1-1 0,0 0 0,1 0 0,0 0 0,1 0 0,0-1 0,1 1 0,0-1 0,1-1 0,0 1 0,17 17 0,-11-16 0,0-1 0,1 0 0,1-1 0,0-1 0,0 0 0,0-1 0,1-1 0,1 0 0,-1-1 0,1-1 0,0 0 0,0-2 0,0 0 0,21 1 0,-15-2 0,1-1 0,0-2 0,0 0 0,0-1 0,0-2 0,-1 0 0,1-2 0,-1 0 0,40-18 0,-33 8 0,0-2 0,-2 0 0,0-3 0,-2 0 0,0-1 0,-1-2 0,-1 0 0,-2-2 0,0 0 0,-2-2 0,24-42 0,-33 50 0,-1-1 0,-1 0 0,-1-1 0,-1 1 0,-1-1 0,-1-1 0,-1 1 0,-1-1 0,0 1 0,-2-1 0,-2-27 0,1 46 0,0-1 0,-1 1 0,1 0 0,-1-1 0,0 1 0,0 0 0,-1 0 0,1 0 0,-1 0 0,0 0 0,0 0 0,0 0 0,0 1 0,-1-1 0,1 1 0,-1 0 0,0-1 0,0 1 0,0 0 0,-1 1 0,1-1 0,-1 1 0,1-1 0,-1 1 0,0 0 0,0 0 0,0 1 0,0-1 0,0 1 0,-8-2 0,-9 0 0,0 0 0,0 2 0,-1 0 0,1 1 0,0 2 0,0 0 0,0 1 0,-26 7 0,38-7 0,0 0 0,0 0 0,0 1 0,1 0 0,0 1 0,0 0 0,0 0 0,0 1 0,-8 7 0,12-8 0,-1 0 0,1 0 0,0 0 0,1 1 0,-1-1 0,1 1 0,0-1 0,1 1 0,0 0 0,-1 1 0,2-1 0,-1 0 0,1 0 0,-1 12 0,2-13 0,0-1 0,0 1 0,1 0 0,-1-1 0,1 1 0,0-1 0,1 0 0,-1 1 0,1-1 0,0 0 0,0 0 0,0 0 0,0 0 0,1 0 0,-1 0 0,1-1 0,0 1 0,0-1 0,1 0 0,-1 0 0,1 0 0,-1 0 0,1-1 0,0 1 0,0-1 0,0 0 0,8 2 0,6 3 0,-1-1 0,2-1 0,-1 0 0,0-2 0,29 3 0,-20-4 0,0-1 0,0-1 0,0-1 0,0-1 0,46-11 0,-64 11 0,0 0 0,0-1 0,-1 0 0,1 0 0,-1-1 0,0 0 0,0-1 0,-1 0 0,1 0 0,-1 0 0,0-1 0,0 0 0,-1-1 0,0 1 0,0-1 0,0 0 0,-1-1 0,0 1 0,-1-1 0,7-15 0,-9 19 0,-1 1 0,0 0 0,0-1 0,0 1 0,0-1 0,0 0 0,-1 1 0,0-1 0,0 0 0,0 1 0,0-1 0,-1 0 0,1 1 0,-1-1 0,0 1 0,0-1 0,0 1 0,0-1 0,-1 1 0,1 0 0,-1-1 0,0 1 0,0 0 0,0 0 0,-5-4 0,3 3 0,0 1 0,-1 0 0,1 0 0,-1 1 0,0 0 0,1-1 0,-1 1 0,0 1 0,0-1 0,0 1 0,-1 0 0,1 0 0,0 0 0,0 1 0,-1 0 0,1 0 0,-8 1 0,-3 1 0,1 0 0,1 1 0,-1 1 0,0 0 0,1 1 0,0 1 0,0 0 0,0 0 0,1 2 0,0 0 0,-17 13 0,28-19 0,-1 0 0,1 1 0,0-1 0,0 1 0,1-1 0,-1 1 0,0 0 0,1 0 0,0-1 0,-1 1 0,1 0 0,0 0 0,1 0 0,-1 0 0,0 1 0,1-1 0,0 0 0,0 0 0,0 0 0,0 0 0,0 0 0,1 1 0,-1-1 0,1 0 0,0 0 0,0 0 0,0 0 0,0 0 0,0-1 0,1 1 0,-1 0 0,5 5 0,3 5 0,2 0 0,0-1 0,0 0 0,1 0 0,13 9 0,1 0 0,1-1 0,34 19 0,-47-31 0,0-1 0,0 0 0,1-1 0,0-1 0,0 0 0,28 4 0,-41-9 0,1 1 0,-1-1 0,1 0 0,-1 0 0,0 0 0,1 0 0,-1 0 0,1-1 0,-1 1 0,0-1 0,1 1 0,-1-1 0,0 0 0,1 0 0,-1 0 0,0 0 0,0-1 0,0 1 0,0 0 0,3-4 0,-3 2 0,0 1 0,0-1 0,-1 0 0,1 0 0,-1 0 0,0 0 0,0 0 0,0 0 0,0-1 0,0 1 0,-1 0 0,1 0 0,-1-6 0,-1-4 0,0 0 0,0 1 0,-1-1 0,-1 1 0,0-1 0,-9-21 0,9 27 0,-1 0 0,1 0 0,-1 1 0,0-1 0,0 1 0,-1 0 0,0 0 0,0 1 0,0-1 0,-1 1 0,0 0 0,0 1 0,0-1 0,0 1 0,-12-5 0,4 3 0,0 2 0,-1 0 0,1 0 0,-1 1 0,0 1 0,0 1 0,-16-1 0,6 1 0,0 1 0,-1 1 0,1 1 0,0 2 0,-25 6 0,43-9 0,0 1 0,1 0 0,-1 1 0,1 0 0,0 0 0,-1 0 0,1 0 0,1 1 0,-1 0 0,1 1 0,-1-1 0,1 1 0,0 0 0,1 0 0,-1 0 0,1 1 0,0 0 0,1 0 0,-1 0 0,1 0 0,0 0 0,1 1 0,-3 8 0,4-11 0,0 0 0,0 0 0,1 0 0,-1 0 0,1 0 0,0 0 0,0 1 0,1-1 0,-1 0 0,1 0 0,0 0 0,0 0 0,0-1 0,0 1 0,1 0 0,0 0 0,-1-1 0,2 1 0,-1-1 0,0 1 0,1-1 0,-1 0 0,1 0 0,0 0 0,0 0 0,0-1 0,0 1 0,7 3 0,-3-2 0,1 0 0,0-1 0,-1 0 0,1 0 0,1 0 0,-1-1 0,0-1 0,1 1 0,-1-2 0,1 1 0,-1-1 0,1 0 0,9-2 0,2-1 0,0-2 0,-1-1 0,1 0 0,-1-1 0,-1-2 0,1 1 0,-2-2 0,27-18 0,-17 8 0,0-2 0,-1 0 0,-1-2 0,28-34 0,-45 48 0,1-1 0,-1 0 0,-1-1 0,0 0 0,-1 0 0,0 0 0,-1-1 0,0 0 0,3-16 0,-6 22 0,-1-1 0,-1 1 0,1-1 0,-1 1 0,-1-1 0,1 1 0,-1-1 0,0 1 0,-1-1 0,0 1 0,0 0 0,-1 0 0,1 0 0,-2 0 0,1 0 0,-1 1 0,-9-13 0,6 9 0,-2 1 0,1 0 0,-2 0 0,1 1 0,-1 0 0,0 1 0,0 0 0,-22-11 0,14 10 0,-1 1 0,0 0 0,0 2 0,0 0 0,-21-2 0,-1 3 0,1 1 0,-1 3 0,1 1 0,-76 12 0,25 6 0,1 3 0,1 5 0,1 3 0,-122 62 0,189-82 0,11-6 0,-1 0 0,1 1 0,0 0 0,0 1 0,1 0 0,-1 1 0,2 0 0,-1 1 0,-13 14 0,22-21 0,-1 0 0,0 0 0,1 0 0,-1 0 0,1 0 0,-1 0 0,1 0 0,-1 1 0,1-1 0,0 0 0,0 0 0,0 1 0,0-1 0,0 0 0,0 0 0,0 0 0,0 1 0,0-1 0,0 0 0,1 0 0,-1 0 0,0 1 0,1-1 0,-1 0 0,1 0 0,-1 0 0,1 0 0,0 0 0,0 0 0,-1 0 0,1 0 0,0 0 0,0 0 0,0 0 0,0-1 0,1 2 0,4 2 0,-1-1 0,1 1 0,0-1 0,-1-1 0,11 4 0,21 4 0,0-2 0,0-2 0,0-1 0,1-2 0,66-3 0,-81 0 0,0-1 0,0-1 0,0-1 0,0-1 0,-1-1 0,23-8 0,-38 10 0,-1 1 0,0-1 0,0 0 0,0 0 0,-1-1 0,1 1 0,-1-1 0,1-1 0,-1 1 0,-1-1 0,1 0 0,-1 0 0,1 0 0,-2 0 0,1-1 0,0 0 0,-1 0 0,0 0 0,-1 0 0,1 0 0,-1 0 0,0-1 0,-1 1 0,2-14 0,-2 14 0,-1 0 0,0-1 0,0 1 0,0 0 0,-1-1 0,0 1 0,0 0 0,-1 0 0,0 0 0,0 0 0,0 0 0,-1 0 0,1 1 0,-2-1 0,-3-5 0,2 4 0,-1 0 0,-1 1 0,1 0 0,-1 0 0,0 0 0,0 1 0,-1 0 0,0 0 0,-12-5 0,-9-1 0,0 1 0,-1 1 0,-1 2 0,-59-7 0,2 6 0,-1 3 0,1 5 0,-1 3 0,1 4 0,0 4 0,1 4 0,-126 37 0,207-50 0,1 0 0,0 0 0,0 0 0,1 0 0,-1 1 0,0 0 0,1 0 0,-6 4 0,10-6 0,-1 0 0,0-1 0,1 1 0,-1 0 0,1-1 0,-1 1 0,1 0 0,-1-1 0,1 1 0,0 0 0,-1 0 0,1 0 0,0 0 0,0-1 0,-1 1 0,1 0 0,0 0 0,0 0 0,0 0 0,0 0 0,0 1 0,1-1 0,0 1 0,-1-1 0,1 0 0,0 0 0,0 1 0,0-1 0,0 0 0,0 0 0,0 0 0,0 0 0,0 0 0,0 0 0,1 0 0,-1 0 0,0-1 0,0 1 0,2 0 0,13 6 0,0 0 0,1-2 0,-1 0 0,1-1 0,0-1 0,22 2 0,108 1 0,-140-6 0,23 1 0,0-2 0,0-1 0,0-1 0,-1-1 0,1-2 0,-1-2 0,0 0 0,-1-2 0,0-1 0,-1-1 0,35-21 0,-55 29 0,-1 0 0,0 0 0,-1-1 0,1 0 0,-1 0 0,0 0 0,0-1 0,-1 1 0,0-1 0,0 0 0,5-11 0,-8 14 0,0 0 0,0 0 0,0 0 0,0 0 0,-1-1 0,0 1 0,1 0 0,-1-1 0,0 1 0,-1 0 0,1-1 0,-1 1 0,1 0 0,-1 0 0,0-1 0,0 1 0,0 0 0,-1 0 0,1 0 0,-1 0 0,1 1 0,-1-1 0,0 0 0,0 1 0,-1-1 0,1 1 0,-5-5 0,-2 0 0,-1-1 0,0 1 0,0 1 0,-1 0 0,0 0 0,-16-6 0,-82-21 0,22 15-74,-1 3 0,0 5 0,0 3 1,-1 4-1,0 5 0,0 3 0,1 3 0,-154 37 0,198-35 74,2 3 0,-1 1 0,2 2 0,0 2 0,-55 33 0,91-48 13,-1 1 0,0 0 0,1 0 0,0 0 0,0 1-1,0 0 1,1 0 0,-1 0 0,1 0 0,1 1 0,-1-1 0,1 1 0,0 0 0,-4 11 0,6-13 1,0 0 1,1 0-1,-1 0 1,1 0-1,0 0 0,0 0 1,1 0-1,-1 0 1,1 0-1,0 0 1,0 0-1,0 0 0,1 0 1,-1 0-1,1-1 1,0 1-1,0 0 0,0-1 1,0 0-1,1 1 1,0-1-1,-1 0 1,1 0-1,7 4 0,6 7 7,0-2-1,1 0 0,1-1 0,0-1 1,23 10-1,101 32-39,-115-43 27,126 36-269,3-6 0,168 19 0,325 4-523,-154-49 537,-418-17 198,-1-2-1,0-4 1,0-3-1,104-32 1,-165 41 49,0-1 0,0 0 0,-1-1 0,0-1 0,0 0 0,-1-1 0,0 0 0,18-16 0,-29 23 5,-1 0 0,1-1 0,-1 1 0,0 0 0,1-1 0,-1 0 0,0 1 0,0-1-1,0 1 1,0-1 0,0 0 0,-1 0 0,1 0 0,0 1 0,-1-1 0,0 0 0,1 0 0,-1 0 0,0 0 0,0 0 0,0 0 0,0 0 0,0 0 0,0 0 0,-1 0 0,1 0 0,-1 1 0,1-1 0,-1 0 0,0 0 0,0 0 0,0 1-1,-1-3 1,-2 0 96,1 0-1,-1 0 0,0 0 1,-1 1-1,1 0 0,-1 0 0,1 0 1,-1 0-1,0 1 0,-10-4 1,-5-1-37,-1 2 1,0 1 0,-1 0 0,1 1-1,0 2 1,-1 0 0,1 1-1,-1 1 1,1 1 0,-1 1 0,-27 8-1,5 1-61,1 1 0,1 3-1,0 1 1,-58 34-1,29-7-2,3 3 0,2 3 0,2 3 0,-62 65 0,106-98 0,-30 39 0,46-54 0,1 0 0,-1 0 0,1 0 0,0 1 0,1-1 0,-1 1 0,1 0 0,0-1 0,1 1 0,-1 0 0,1 0 0,0 0 0,1 0 0,-1 8 0,2-11 0,0-1 0,-1 1 0,1-1 0,0 1 0,0-1 0,0 0 0,1 1 0,-1-1 0,0 0 0,1 0 0,0 0 0,-1 0 0,1 0 0,0 0 0,0 0 0,0-1 0,0 1 0,0-1 0,0 0 0,1 1 0,2 0 0,6 3 0,1-1 0,-1 0 0,15 3 0,1-2 0,1-1 0,-1-1 0,1-1 0,-1-2 0,1-1 0,-1-1 0,1-1 0,-1-2 0,0 0 0,0-2 0,32-13 0,-27 8 0,-2-1 0,1-2 0,-2-1 0,0-1 0,-1-1 0,-1-2 0,-1-1 0,-1-1 0,23-25 0,-46 45 0,46-56 0,-44 52 0,0 1 0,-1-2 0,0 1 0,0 0 0,0-1 0,0 1 0,-1-1 0,2-9 0,-4 15 0,0-1 0,0 0 0,0 1 0,1-1 0,-1 0 0,-1 1 0,1-1 0,0 1 0,0-1 0,-1 0 0,1 1 0,-1-1 0,1 1 0,-1-1 0,1 1 0,-1-1 0,0 1 0,0-1 0,0 1 0,0 0 0,0 0 0,0-1 0,-2 0 0,0 0 0,1 0 0,-1 1 0,0-1 0,0 1 0,0 0 0,-1-1 0,1 1 0,0 1 0,0-1 0,-7 0 0,-2 0 0,-1 1 0,0 0 0,0 1 0,-24 6 0,34-7 0,-6 2 0,0 0 0,0 1 0,-17 7 0,26-10 0,1 0 0,-1 0 0,0 0 0,0 0 0,0 0 0,0 0 0,1 0 0,-1 0 0,0 0 0,0 1 0,0-1 0,0 0 0,1 0 0,-1 0 0,0 0 0,0 0 0,0 0 0,0 1 0,0-1 0,0 0 0,0 0 0,1 0 0,-1 0 0,0 0 0,0 1 0,0-1 0,0 0 0,0 0 0,0 0 0,0 0 0,0 1 0,0-1 0,0 0 0,0 0 0,0 0 0,0 1 0,0-1 0,0 0 0,0 0 0,0 0 0,0 0 0,0 1 0,0-1 0,0 0 0,0 0 0,0 0 0,-1 0 0,1 1 0,0-1 0,0 0 0,0 0 0,0 0 0,0 0 0,0 0 0,-1 0 0,1 1 0,0-1 0,0 0 0,0 0 0,0 0 0,-1 0 0,1 0 0,0 0 0,0 0 0,0 0 0,0 0 0,-1 0 0,1 0 0,0 0 0,16 3 0,3-3 0,0-1 0,-1-1 0,1 0 0,-1-2 0,0 0 0,31-12 0,106-52 0,-110 47 0,-33 15 0,42-22 0,-50 25 0,-1 1 0,1-1 0,-1 1 0,0-1 0,0 0 0,0 0 0,0-1 0,-1 1 0,1 0 0,-1-1 0,3-6 0,-4 9 0,-1 0 0,1 0 0,-1 0 0,0 0 0,1-1 0,-1 1 0,0 0 0,0 0 0,0 0 0,0 0 0,0-1 0,0 1 0,0 0 0,0 0 0,0 0 0,0-1 0,-1 1 0,1 0 0,-1 0 0,1 0 0,-1 0 0,1 0 0,-1 0 0,-1-2 0,1 1 0,-1 1 0,0-1 0,0 1 0,0-1 0,-1 1 0,1 0 0,0 0 0,0 0 0,-1 0 0,1 0 0,-4-1 0,-5 0 0,-1 0 0,0 1 0,1 0 0,-15 1 0,3 1 0,-1 0 0,1 2 0,-1 1 0,1 1 0,0 0 0,1 2 0,0 1 0,0 1 0,0 0 0,1 2 0,0 0 0,1 2 0,1 0 0,0 1 0,1 1 0,0 0 0,1 2 0,-23 28 0,33-35 0,1 0 0,0 0 0,1 0 0,0 1 0,-7 20 0,11-29 0,0 1 0,0 0 0,0-1 0,1 1 0,-1 0 0,1 0 0,0-1 0,-1 1 0,1 0 0,1 0 0,-1-1 0,0 1 0,1 0 0,-1 0 0,1-1 0,0 1 0,0 0 0,0-1 0,0 1 0,0-1 0,0 1 0,1-1 0,-1 0 0,1 0 0,0 1 0,0-1 0,0 0 0,0 0 0,4 2 0,2 0 0,1 0 0,0-1 0,0 0 0,0 0 0,1-1 0,-1 0 0,0-1 0,1 0 0,11-1 0,5 0 0,0-1 0,32-6 0,-33 2 0,-1-2 0,0 0 0,0-1 0,40-20 0,-15 2 0,48-36 0,-82 52 0,-1-1 0,-1 0 0,0-1 0,0-1 0,-2 0 0,1-1 0,16-26 0,-23 32 0,-1 0 0,0 0 0,0 0 0,0 0 0,-1 0 0,-1-1 0,0 0 0,0 1 0,0-1 0,-1 0 0,-1 0 0,1 0 0,-1 0 0,-1 0 0,0 0 0,0 1 0,-3-11 0,3 15 0,-1 1 0,0-1 0,0 0 0,-1 1 0,1-1 0,-1 1 0,0 0 0,0 0 0,0 0 0,0 0 0,0 0 0,0 1 0,-1-1 0,0 1 0,1 0 0,-1 0 0,0 1 0,0-1 0,0 1 0,0-1 0,0 1 0,0 1 0,0-1 0,-1 0 0,-4 1 0,-1-1 0,-1 1 0,0-1 0,0 2 0,1 0 0,-1 0 0,0 1 0,1 0 0,-1 1 0,-9 4 0,6-1 0,1 1 0,0 1 0,0 1 0,1-1 0,0 2 0,1 0 0,0 0 0,0 1 0,1 0 0,0 1 0,-14 24 0,13-17 0,1 0 0,0 0 0,2 1 0,0 0 0,1 1 0,2 0 0,-7 39 0,11-56 0,1 1 0,-1 0 0,1-1 0,0 1 0,1-1 0,-1 1 0,1-1 0,-1 1 0,2-1 0,-1 1 0,0-1 0,1 1 0,3 6 0,-2-7 0,-1-1 0,1 0 0,0-1 0,0 1 0,0 0 0,0-1 0,0 1 0,0-1 0,1 0 0,-1 0 0,1-1 0,0 1 0,-1-1 0,1 1 0,0-1 0,6 1 0,7 0 0,-1 0 0,1-1 0,0-1 0,-1 0 0,1-1 0,-1-1 0,1-1 0,-1 0 0,0-1 0,0-1 0,0-1 0,-1 0 0,1 0 0,15-11 0,6-5 0,-1-1 0,-2-2 0,0-1 0,40-41 0,-51 44 0,0-1 0,-2-2 0,-1 0 0,-1-1 0,20-37 0,-29 43 0,0 0 0,-2 0 0,0-1 0,-1 0 0,-1-1 0,-1 1 0,-2-1 0,3-31 0,-6 49 0,0 0 0,0 0 0,-1 0 0,1 0 0,-1 0 0,0 0 0,0 0 0,-1 1 0,1-1 0,-1 0 0,0 1 0,0-1 0,-1 1 0,1 0 0,-1 0 0,0 0 0,0 0 0,-8-7 0,8 8 0,-1 1 0,1 0 0,-1 0 0,0 0 0,0 0 0,0 1 0,0-1 0,0 1 0,0 0 0,0 0 0,-1 1 0,1-1 0,0 1 0,0 0 0,-1 0 0,1 0 0,0 1 0,0 0 0,0 0 0,-1 0 0,1 0 0,-7 3 0,-5 4 0,1 1 0,-1 0 0,1 2 0,1-1 0,0 2 0,0 0 0,-15 17 0,-7 9 0,1 1 0,1 2 0,-45 72 0,62-83 0,0 0 0,2 2 0,2 0 0,1 0 0,1 1 0,-11 55 0,21-76 0,-1-1 0,1 1 0,1 0 0,0-1 0,1 1 0,2 12 0,-3-19 0,1 0 0,1-1 0,-1 1 0,1-1 0,-1 0 0,1 1 0,0-1 0,1 0 0,-1 0 0,1 0 0,0 0 0,0-1 0,0 1 0,0-1 0,1 0 0,-1 0 0,1 0 0,4 2 0,3 1 0,0-2 0,0 1 0,1-2 0,-1 0 0,1 0 0,0-1 0,23 2 0,0-3 0,52-5 0,-59 1 0,1-1 0,0-1 0,-1-2 0,-1-1 0,1-1 0,-1-2 0,0 0 0,-1-2 0,33-22 0,-45 26 0,0-2 0,-1 0 0,-1 0 0,0-1 0,0-1 0,-1 0 0,13-21 0,-17 23 0,-1 0 0,0-1 0,-1 0 0,0-1 0,-1 1 0,0-1 0,-1 1 0,-1-1 0,0 0 0,0-21 0,-2 27 0,0-1 0,-1 0 0,1 0 0,-2 0 0,1 1 0,-1-1 0,-1 1 0,1-1 0,-1 1 0,0 0 0,-1 0 0,0 0 0,0 0 0,0 1 0,-1 0 0,0-1 0,0 2 0,-1-1 0,0 1 0,0 0 0,0 0 0,0 0 0,-1 1 0,0 0 0,1 0 0,-2 1 0,1 0 0,-12-4 0,3 2 0,0 1 0,0 1 0,0 0 0,-1 1 0,0 1 0,1 0 0,-1 1 0,1 1 0,-1 0 0,1 2 0,-1 0 0,-25 8 0,2 4 0,2 2 0,0 1 0,1 2 0,1 1 0,0 2 0,2 2 0,1 1 0,-58 60 0,84-78 0,0 0 0,1 1 0,0 0 0,0 0 0,1 0 0,0 1 0,1 0 0,0-1 0,1 1 0,-3 13 0,5-19 0,0 0 0,1-1 0,-1 1 0,1 0 0,0 0 0,1 0 0,-1 0 0,0 0 0,1-1 0,0 1 0,0 0 0,0 0 0,0-1 0,1 1 0,0-1 0,-1 1 0,1-1 0,1 0 0,-1 1 0,0-1 0,1 0 0,-1-1 0,1 1 0,0 0 0,0-1 0,0 1 0,0-1 0,0 0 0,1 0 0,5 2 0,2 0 0,1 0 0,0-1 0,-1 0 0,1-1 0,0 0 0,0-1 0,0 0 0,0-1 0,0-1 0,0 1 0,0-2 0,0 0 0,0 0 0,0-1 0,18-8 0,5-3 0,0-1 0,-2-2 0,55-36 0,-77 46 0,-1-1 0,1 0 0,-2 0 0,1-1 0,-1-1 0,-1 0 0,0 0 0,0 0 0,-1-1 0,0 0 0,7-17 0,-11 23 0,-1-1 0,0 0 0,-1 0 0,1 0 0,-1 0 0,-1 0 0,1 0 0,-1 0 0,0 0 0,0-1 0,0 1 0,-1 0 0,0 0 0,-1 0 0,1 0 0,-1 0 0,0 1 0,0-1 0,-1 0 0,0 1 0,0-1 0,0 1 0,-1 0 0,0 0 0,-7-8 0,-3 0 0,-1 1 0,0 0 0,0 1 0,-1 1 0,0 0 0,-1 1 0,0 1 0,-1 0 0,0 1 0,-20-4 0,14 4 0,-1 2 0,-1 1 0,1 0 0,0 2 0,-1 1 0,1 2 0,-28 2 0,36 0 0,-1 1 0,1 0 0,0 1 0,0 0 0,0 2 0,1 0 0,0 1 0,0 0 0,1 2 0,0 0 0,1 0 0,0 1 0,0 1 0,1 0 0,-13 16 0,23-23 0,-1 0 0,1 0 0,-1 0 0,1 0 0,1 0 0,-1 0 0,1 1 0,0-1 0,0 1 0,0 0 0,1 0 0,0 0 0,0-1 0,0 1 0,1 8 0,1-6 0,0-1 0,0 0 0,1 1 0,0-1 0,0 0 0,1 0 0,0 0 0,0 0 0,1-1 0,8 12 0,-1-4 0,0 0 0,1-1 0,1-1 0,0 0 0,1-1 0,1 0 0,-1-1 0,1-1 0,26 12 0,-14-10 0,0-1 0,1-2 0,1 0 0,-1-2 0,1-1 0,0-1 0,1-2 0,-1-1 0,34-3 0,-30-1 0,0-1 0,-1-2 0,0-1 0,0-1 0,0-2 0,-1-1 0,54-29 0,-49 20 0,44-33 0,-68 44 0,0-1 0,-1 0 0,0 0 0,-1-1 0,0-1 0,15-22 0,-24 32 0,1-1 0,-1 1 0,0 0 0,0 0 0,0-1 0,-1 1 0,1 0 0,0-1 0,-1 1 0,0-1 0,1 1 0,-1-1 0,0 1 0,0 0 0,-1-1 0,1 1 0,0-1 0,-1 1 0,0-1 0,1 1 0,-1 0 0,0-1 0,0 1 0,0 0 0,-1 0 0,1 0 0,0 0 0,-1 0 0,1 0 0,-1 0 0,0 0 0,0 1 0,1-1 0,-1 1 0,0-1 0,0 1 0,-3-2 0,-6-3 0,0 1 0,0 0 0,0 0 0,0 1 0,-1 0 0,-18-3 0,-16 0 0,-1 2 0,0 2 0,0 1 0,0 3 0,0 2 0,1 2 0,-1 2 0,1 2 0,0 2 0,1 2 0,-76 33 0,109-40 0,0 0 0,1 0 0,-1 1 0,2 0 0,-1 1 0,1 1 0,-17 17 0,24-23 0,1 0 0,0-1 0,0 1 0,0 1 0,0-1 0,0 0 0,1 0 0,-1 1 0,1-1 0,0 1 0,0-1 0,0 1 0,1-1 0,-1 1 0,1 0 0,0-1 0,0 1 0,0 0 0,0-1 0,1 1 0,-1-1 0,1 1 0,0 0 0,0-1 0,0 0 0,1 1 0,-1-1 0,1 0 0,0 1 0,0-1 0,0 0 0,4 4 0,3 2 0,-1 0 0,1-1 0,0 0 0,1-1 0,0 0 0,0-1 0,1 0 0,-1 0 0,1-1 0,1 0 0,-1-1 0,0-1 0,1 0 0,0 0 0,18 1 0,-2-1 0,1-2 0,-1-1 0,1-1 0,-1-1 0,42-9 0,-34-1 0,-35 11 0,-1 1 0,1 0 0,-1 0 0,0-1 0,1 1 0,-1 0 0,1 0 0,-1-1 0,0 1 0,0 0 0,1-1 0,-1 1 0,0-1 0,1 1 0,-1 0 0,0-1 0,0 1 0,0-1 0,1 1 0,-1-1 0,0 1 0,0-1 0,0 1 0,0-1 0,0 0 0,0 0 0,-1 0 0,0 0 0,1 0 0,-1 0 0,1 1 0,-1-1 0,0 0 0,0 0 0,0 1 0,1-1 0,-1 0 0,0 1 0,0-1 0,0 1 0,0-1 0,0 1 0,-1-1 0,-14-5 0,0 0 0,-1 1 0,1 1 0,-1 0 0,-22-1 0,-94-3 0,90 7 0,-225-4 0,206 7 0,-1 3 0,-78 16 0,138-20 0,0-1 0,0 1 0,0 0 0,0 0 0,0 0 0,1 1 0,-1-1 0,0 1 0,1-1 0,-4 3 0,6-3 0,-1 0 0,1-1 0,-1 1 0,1 0 0,-1 0 0,1-1 0,0 1 0,-1 0 0,1 0 0,0 0 0,0 0 0,0-1 0,-1 1 0,1 0 0,0 0 0,0 0 0,0 0 0,0 0 0,0-1 0,1 1 0,-1 0 0,0 0 0,0 0 0,0 0 0,1-1 0,-1 1 0,0 0 0,1 0 0,-1 0 0,1-1 0,-1 1 0,1 0 0,-1-1 0,1 1 0,0 0 0,-1-1 0,1 1 0,0-1 0,1 1 0,3 4 0,1 0 0,0-1 0,1 0 0,-1-1 0,1 1 0,-1-1 0,1 0 0,0-1 0,8 2 0,73 14 0,-46-11 0,109 19 0,-146-25 0,1 1 0,-1-1 0,0 1 0,0 0 0,0 1 0,7 4 0,-11-7 0,0 1 0,-1-1 0,1 1 0,-1-1 0,1 1 0,0-1 0,-1 1 0,1-1 0,-1 1 0,1 0 0,-1-1 0,0 1 0,1 0 0,-1 0 0,0-1 0,1 1 0,-1 0 0,0 0 0,0-1 0,1 1 0,-1 1 0,-1-1 0,1 0 0,0 0 0,-1 0 0,1-1 0,-1 1 0,0 0 0,1 0 0,-1 0 0,0 0 0,1-1 0,-1 1 0,0 0 0,0-1 0,0 1 0,1 0 0,-1-1 0,0 1 0,0-1 0,0 0 0,0 1 0,-2 0 0,-11 3 0,-1 1 0,-1-2 0,1 0 0,0 0 0,-23-1 0,-4 2 0,-618 104 0,645-105 0,0 1 0,0 1 0,-23 10 0,37-15 0,1 0 0,0 0 0,0 0 0,-1 0 0,1 0 0,0 0 0,0 0 0,-1 0 0,1 0 0,0 0 0,0 1 0,-1-1 0,1 0 0,0 0 0,0 0 0,0 0 0,-1 0 0,1 1 0,0-1 0,0 0 0,0 0 0,0 0 0,0 1 0,-1-1 0,1 0 0,0 0 0,0 1 0,0-1 0,0 0 0,0 0 0,0 1 0,0-1 0,0 0 0,0 0 0,0 1 0,0-1 0,0 0 0,0 0 0,0 0 0,0 1 0,0-1 0,0 0 0,0 0 0,0 1 0,0-1 0,1 0 0,-1 0 0,0 1 0,16 6 0,30 2 0,-42-9 0,293 23 0,-9-20 0,-211-3 0,-621 0 0,528 0 0,12 1 0,-1-1 0,0 0 0,1 0 0,-1 0 0,1 0 0,-1-1 0,0 0 0,1 0 0,-1 0 0,-3-2 0,8 0 0,8-1 0,17-1 0,0 1 0,0 1 0,1 2 0,-1 0 0,33 4 0,-19-2 0,268 8 0,420 6 0,-780-15 0,-213-2 0,195-5 0,66 6 0,-1 0 0,1 0 0,-1 0 0,1-1 0,-1 0 0,1 0 0,0-1 0,0 0 0,-8-5 0,12 8 0,0-1 0,1 1 0,-1-1 0,0 1 0,1-1 0,-1 0 0,0 1 0,1-1 0,-1 0 0,1 0 0,-1 1 0,1-1 0,0 0 0,-1 0 0,1 0 0,0 0 0,-1 1 0,1-1 0,0 0 0,0 0 0,0 0 0,0 0 0,0 0 0,0 0 0,0-1 0,1 0 0,-1 1 0,1 0 0,0 0 0,0-1 0,0 1 0,0 0 0,0 0 0,0 0 0,0 0 0,0 0 0,0 0 0,0 1 0,0-1 0,3-1 0,4-2 0,0 1 0,1 0 0,-1 1 0,11-3 0,17 0 0,-1 2 0,48 0 0,-7 1 0,-70 2 0,0-1 0,0 0 0,0 0 0,0 0 0,0-1 0,6-2 0,-11 3 0,0 1 0,0 0 0,0-1 0,0 1 0,0 0 0,-1-1 0,1 1 0,0-1 0,0 0 0,-1 1 0,1-1 0,0 0 0,-1 1 0,1-1 0,0 0 0,-1 0 0,1 1 0,-1-1 0,1 0 0,-1 0 0,0 0 0,1 0 0,-1 0 0,0 0 0,1 1 0,-1-1 0,0 0 0,0 0 0,0 0 0,0 0 0,0 0 0,0 0 0,0 0 0,0 0 0,-1 0 0,1 0 0,0 0 0,-1 0 0,1 0 0,0 0 0,-1 1 0,1-1 0,-1 0 0,1 0 0,-1 0 0,0 0 0,-9-10 0,-1 0 0,0 1 0,-1 0 0,1 1 0,-2 1 0,1 0 0,-1 0 0,-1 1 0,-17-7 0,6 2 0,-39-24 0,57 31 0,1 1 0,0-2 0,0 1 0,0-1 0,1 1 0,-1-1 0,1-1 0,1 1 0,-1-1 0,-3-7 0,6 10 0,0 0 0,1 0 0,-1 0 0,1 0 0,0-1 0,0 1 0,0 0 0,1-1 0,-1 1 0,1 0 0,0-1 0,0 1 0,1 0 0,-1-1 0,1 1 0,0 0 0,0 0 0,0 0 0,1-1 0,2-5 0,4-1 0,-1 0 0,1 0 0,1 1 0,0 0 0,13-11 0,27-32 0,-46 49 0,0-1 0,0 0 0,0 1 0,0-1 0,-1-1 0,0 1 0,0 0 0,0 0 0,-1-1 0,2-5 0,-3 8 0,-1 1 0,1 0 0,0-1 0,-1 1 0,1 0 0,-1-1 0,0 1 0,1 0 0,-1 0 0,0 0 0,-1 0 0,1 0 0,0 0 0,0 0 0,-1 0 0,1 0 0,-1 0 0,0 1 0,0-1 0,1 0 0,-1 1 0,0 0 0,0-1 0,0 1 0,0 0 0,-4-1 0,-5-3 0,-1 0 0,-1 0 0,-18-4 0,-9 2 0,-1 1 0,-82 0 0,55 3 0,61 3 0,0 0 0,0-1 0,0 0 0,0 0 0,0-1 0,0 1 0,1-2 0,-13-4 0,18 6 0,1 1 0,-1-1 0,0 1 0,1 0 0,-1-1 0,1 1 0,-1-1 0,1 0 0,-1 1 0,1-1 0,-1 1 0,1-1 0,0 0 0,-1 1 0,1-1 0,0 0 0,0 1 0,-1-1 0,1 0 0,0 0 0,0 1 0,0-1 0,0 0 0,0 0 0,0 1 0,0-1 0,0 0 0,0 1 0,0-1 0,0 0 0,1 0 0,-1 1 0,0-1 0,0 0 0,1 1 0,-1-1 0,0 0 0,1 1 0,-1-1 0,1 1 0,-1-1 0,1 0 0,-1 1 0,2-1 0,27-23 0,-28 23 0,53-31 0,92-39 0,-99 49 0,-41 19 0,-2 2 0,0 0 0,-1-1 0,1 0 0,0 0 0,-1 0 0,0 0 0,0 0 0,0 0 0,0-1 0,0 0 0,0 0 0,4-5 0,-7 8 0,0-1 0,0 1 0,1 0 0,-1-1 0,0 1 0,0-1 0,0 1 0,0 0 0,0-1 0,0 1 0,0-1 0,0 1 0,0 0 0,0-1 0,0 1 0,0-1 0,-1 1 0,1 0 0,0-1 0,0 1 0,0 0 0,0-1 0,-1 1 0,1 0 0,0-1 0,0 1 0,-1 0 0,1-1 0,0 1 0,-1 0 0,1-1 0,-17-6 0,-21 2 0,36 5 0,-141 0 0,498 3 0,-200-4 0,-68-1 0,-40 0 0,-1 2 0,77 9 0,-121-9 0,-1 0 0,0 0 0,1 1 0,-1-1 0,1 0 0,-1 1 0,1-1 0,-1 0 0,0 1 0,1 0 0,-1-1 0,0 1 0,1 0 0,-1 0 0,0 0 0,0 0 0,0 0 0,0 0 0,0 0 0,1 1 0,-2-1 0,0 0 0,0 0 0,0-1 0,0 1 0,0 0 0,-1 0 0,1 0 0,0 0 0,0-1 0,-1 1 0,1 0 0,0 0 0,-1-1 0,1 1 0,-1 0 0,1 0 0,-1-1 0,0 1 0,1-1 0,-1 1 0,1 0 0,-1-1 0,-1 1 0,-8 6 0,0 0 0,-1-1 0,-14 6 0,23-11 0,-9 4 0,4-3 0,1 1 0,0 0 0,0 0 0,0 0 0,0 1 0,0-1 0,1 2 0,0-1 0,0 0 0,0 1 0,-7 8 0,12-12 0,-1-1 0,1 1 0,0-1 0,0 1 0,0-1 0,-1 1 0,1-1 0,0 1 0,0-1 0,0 1 0,0 0 0,0-1 0,0 1 0,0-1 0,0 1 0,0-1 0,0 1 0,0-1 0,1 1 0,-1-1 0,0 1 0,0-1 0,0 1 0,1-1 0,-1 1 0,0-1 0,1 1 0,-1-1 0,0 0 0,1 1 0,-1-1 0,0 0 0,1 1 0,-1-1 0,1 0 0,-1 1 0,1-1 0,21 8 0,-21-8 0,40 7 0,0-3 0,0-1 0,82-4 0,-53-1 0,16-1 0,101 3 0,-182 1 0,-1-1 0,0 1 0,1 0 0,-1 0 0,1 0 0,-1 0 0,0 1 0,0 0 0,0 0 0,0 0 0,0 0 0,0 1 0,0-1 0,4 6 0,-1-1 0,0 2 0,-1-1 0,0 1 0,7 14 0,7 9 0,-14-23 0,0 0 0,1-1 0,0 0 0,0 0 0,1-1 0,0 0 0,1-1 0,-1 1 0,1-2 0,0 1 0,1-1 0,-1 0 0,1-1 0,0 0 0,0-1 0,1 0 0,-1-1 0,0 0 0,1 0 0,0-1 0,-1-1 0,13 0 0,-8 0 0,-1 0 0,1 1 0,0 0 0,27 8 0,-36-8 0,-1 2 0,0-1 0,0 0 0,0 1 0,-1 0 0,1 0 0,-1 0 0,0 1 0,1 0 0,-1 0 0,-1 0 0,1 0 0,-1 0 0,0 1 0,0-1 0,4 9 0,-3-5 0,0 1 0,-1-1 0,0 1 0,-1 0 0,0 0 0,0 0 0,0 12 0,-2 67 0,-1-56 0,0-14 0,-1 1 0,-1-1 0,0 0 0,-2 1 0,0-2 0,0 1 0,-2-1 0,-1 1 0,-17 28 0,14-27 0,-2-1 0,0 0 0,-1-1 0,-1-1 0,-1-1 0,0 0 0,0 0 0,-21 12 0,29-23 0,-1 1 0,0-1 0,-1 0 0,1-1 0,0 0 0,-1 0 0,0-1 0,1 0 0,-18 0 0,-12-1 0,-45-4 0,20-1 0,3 4 0,29 1 0,-1-1 0,1-1 0,-1-3 0,1 0 0,-50-14 0,-58-20 0,-12-4 0,94 23 0,-98-18 0,139 33 0,1-1 0,-1-1 0,1-1 0,-18-9 0,-16-8 0,61 21 0,14 2 0,23 1 0,27 2 0,-1-4 0,140-21 0,23-18 0,-303 43 0,29-2 0,-37 4 0,-12 10 0,70-8 0,32-2 0,28-2 0,68-6 0,-106 3 0,798-97 0,-789 95 0,19-2 0,-1-1 0,42-14 0,-61 13 0,-13 1 0,-25 0 0,-29 1 0,-1 3 0,1 2 0,-1 2 0,-89 15 0,-207 66 0,339-79 0,-342 108 0,490-183 0,-31 32 0,38-16 0,-136 51 0,-1 0 0,-1 0 0,13-11 0,-17 14 0,-1-1 0,0 1 0,1 0 0,-1-1 0,0 1 0,0-1 0,0 1 0,0-1 0,0 0 0,1-2 0,-2 3 0,0 0 0,0 1 0,0-1 0,0 1 0,0-1 0,0 0 0,0 1 0,0-1 0,-1 0 0,1 1 0,0-1 0,0 1 0,0-1 0,-1 1 0,1-1 0,0 0 0,-1 1 0,1-1 0,0 1 0,-1 0 0,1-1 0,-1 1 0,1-1 0,-1 1 0,1-1 0,-1 1 0,1 0 0,-1-1 0,1 1 0,-1 0 0,0-1 0,-2 1 0,0-1 0,0 0 0,0 0 0,0 1 0,0 0 0,0 0 0,1 0 0,-1 0 0,0 0 0,0 0 0,0 1 0,0-1 0,0 1 0,0 0 0,0 0 0,0 0 0,1 0 0,-1 1 0,0-1 0,1 1 0,-4 2 0,-8 6 0,0 0 0,-16 18 0,28-26 0,-11 9 0,0 2 0,2 0 0,0 1 0,0 0 0,-8 15 0,17-25 0,0-1 0,0 1 0,1-1 0,0 1 0,-1-1 0,1 1 0,1 0 0,-1 0 0,0 0 0,1-1 0,0 1 0,0 7 0,1-9 0,0 0 0,-1 1 0,1-1 0,0 0 0,0 1 0,1-1 0,-1 0 0,0 0 0,1 0 0,-1 0 0,1 0 0,0-1 0,-1 1 0,1 0 0,0-1 0,0 1 0,0-1 0,0 0 0,1 1 0,-1-1 0,5 1 0,-2 0 0,1-1 0,0 1 0,0-1 0,-1-1 0,1 1 0,0-1 0,0 0 0,0 0 0,0-1 0,0 1 0,-1-1 0,1-1 0,0 1 0,0-1 0,-1 0 0,6-3 0,3-1 0,0-1 0,-1-1 0,0 0 0,0-1 0,12-11 0,-8 5 0,-2-2 0,0 0 0,-1 0 0,0-1 0,-2-1 0,0 0 0,-1-1 0,-1 0 0,8-24 0,-8 19 0,-2-1 0,-1-1 0,-1 1 0,-1-1 0,-2 0 0,0 0 0,-2-33 0,-1 55 0,-1 0 0,1 1 0,-1-1 0,0 0 0,0 0 0,0 1 0,-1-1 0,0 1 0,0-1 0,0 1 0,0 0 0,-1 0 0,1 0 0,-1 0 0,0 0 0,-1 1 0,1-1 0,0 1 0,-1 0 0,0 0 0,0 0 0,0 0 0,0 1 0,0-1 0,0 1 0,-1 0 0,1 1 0,-1-1 0,-5-1 0,3 2 0,-1-1 0,0 1 0,0 1 0,0-1 0,0 1 0,0 1 0,0-1 0,0 2 0,0-1 0,1 1 0,-1 0 0,0 0 0,1 1 0,0 0 0,-1 0 0,-12 9 0,11-5 0,1 0 0,0 0 0,0 1 0,1 0 0,0 1 0,0 0 0,1 0 0,0 0 0,1 0 0,0 1 0,0 0 0,1 0 0,0 1 0,1-1 0,0 1 0,1-1 0,0 1 0,1 0 0,0 0 0,0 0 0,2 0 0,-1 0 0,3 15 0,-1-21 0,0 0 0,0 0 0,0 0 0,1-1 0,0 1 0,0-1 0,0 1 0,0-1 0,1 0 0,-1 0 0,1-1 0,0 1 0,0-1 0,1 1 0,-1-1 0,1-1 0,-1 1 0,1-1 0,0 1 0,0-1 0,0-1 0,0 1 0,1-1 0,-1 0 0,7 1 0,0-1 0,0 1 0,0-2 0,-1 0 0,1 0 0,0-1 0,0 0 0,-1-1 0,1-1 0,0 0 0,17-7 0,-8 1 0,-1-1 0,0-1 0,0-2 0,29-22 0,-46 33 0,-1-1 0,0 1 0,1 0 0,-1-1 0,0 1 0,0-1 0,0 1 0,-1-1 0,1 0 0,-1 0 0,1 0 0,-1 0 0,0 0 0,0 0 0,-1 0 0,1-1 0,0 1 0,-1 0 0,0 0 0,0-1 0,0 1 0,0 0 0,0 0 0,-1 0 0,1-1 0,-1 1 0,0 0 0,0 0 0,0 0 0,-1 0 0,1 0 0,-1 0 0,1 0 0,-1 1 0,0-1 0,0 1 0,0-1 0,0 1 0,-1-1 0,1 1 0,-1 0 0,1 0 0,-1 1 0,0-1 0,-3-1 0,-9-4 0,0 0 0,0 2 0,-1-1 0,0 2 0,0 0 0,0 1 0,0 1 0,-1 0 0,1 2 0,0-1 0,-19 4 0,5 0 0,0 1 0,0 2 0,1 1 0,0 2 0,-32 13 0,53-19 0,-17 7 0,1 1 0,-33 20 0,52-28 0,0 0 0,0 1 0,0 0 0,0 0 0,0 0 0,1 1 0,-1 0 0,1 0 0,1 0 0,-1 0 0,1 0 0,0 1 0,0-1 0,0 1 0,1 0 0,-2 6 0,3-9 0,1 0 0,0 0 0,0-1 0,0 1 0,0 0 0,0 0 0,1 0 0,-1-1 0,1 1 0,-1 0 0,1 0 0,0-1 0,0 1 0,1-1 0,-1 1 0,0-1 0,1 1 0,-1-1 0,1 0 0,0 0 0,0 0 0,0 0 0,0 0 0,0 0 0,1 0 0,3 2 0,4 2 0,1 0 0,-1-1 0,1-1 0,0 0 0,16 4 0,2 0 0,0-2 0,1-2 0,-1 0 0,1-2 0,0-1 0,0-2 0,0-1 0,0-1 0,0-1 0,-1-2 0,0-1 0,0-1 0,0-1 0,-1-2 0,-1-1 0,39-23 0,-56 29 0,-1-2 0,0 1 0,0-2 0,-1 1 0,0-1 0,0 0 0,-1-1 0,0 1 0,-1-2 0,0 1 0,0-1 0,5-14 0,-9 19 0,-1 1 0,1 0 0,-1-1 0,0 1 0,-1-1 0,1 0 0,-1 1 0,0-1 0,0 1 0,-1-1 0,0 0 0,-1-6 0,0 8 0,1 0 0,-1 0 0,0 0 0,0 0 0,-1 1 0,1-1 0,-1 1 0,1-1 0,-1 1 0,0 0 0,-1 0 0,1 0 0,-1 0 0,1 1 0,-1-1 0,0 1 0,-5-3 0,4 3 0,-1-1 0,0 1 0,1-1 0,-1 2 0,0-1 0,0 1 0,-1 0 0,1 0 0,0 0 0,0 1 0,0 0 0,0 0 0,-1 1 0,1 0 0,-9 2 0,11-2 0,-1 1 0,1 0 0,0 0 0,0 1 0,0-1 0,0 1 0,0 0 0,0 0 0,1 0 0,-1 1 0,1-1 0,0 1 0,0 0 0,1-1 0,-1 1 0,1 1 0,-1-1 0,1 0 0,1 1 0,-3 6 0,1-3 0,1 1 0,0-1 0,1 0 0,0 1 0,0-1 0,1 1 0,0-1 0,1 1 0,-1-1 0,2 1 0,3 14 0,-4-19 0,0-1 0,1 1 0,-1-1 0,1 1 0,0-1 0,0 0 0,0 0 0,0 0 0,0 0 0,1 0 0,-1 0 0,1-1 0,0 1 0,0-1 0,0 0 0,0 0 0,0 0 0,1 0 0,-1 0 0,0-1 0,1 1 0,-1-1 0,1 0 0,0 0 0,-1-1 0,1 1 0,0-1 0,0 1 0,3-1 0,-2-1 0,0 0 0,0 0 0,0 0 0,0-1 0,0 1 0,0-1 0,0 0 0,-1-1 0,1 1 0,-1-1 0,0 0 0,0 0 0,0 0 0,0 0 0,0-1 0,-1 0 0,1 0 0,-1 0 0,0 0 0,0 0 0,4-8 0,0-1 0,-1 0 0,0-1 0,-1 1 0,0-1 0,-1 0 0,4-23 0,-6 27 0,-1-1 0,0 0 0,-1 0 0,0 0 0,-1 0 0,-2-15 0,2 24 0,1 0 0,-1 0 0,1-1 0,-1 1 0,0 0 0,0 0 0,0 0 0,0 0 0,0 0 0,0 0 0,-1 0 0,1 0 0,-1 0 0,1 1 0,-1-1 0,0 1 0,1-1 0,-1 1 0,0-1 0,0 1 0,0 0 0,0 0 0,0 0 0,-1 0 0,1 1 0,0-1 0,0 0 0,0 1 0,-1-1 0,1 1 0,0 0 0,-1 0 0,1 0 0,0 0 0,-1 0 0,-2 1 0,-4 1 0,1 1 0,0-1 0,0 1 0,1 1 0,-1-1 0,1 1 0,-1 1 0,1-1 0,0 1 0,1 1 0,-1-1 0,1 1 0,-8 9 0,-1 3 0,1 1 0,0 0 0,-17 34 0,23-38 0,1-1 0,0 1 0,2 0 0,-1 1 0,2-1 0,0 1 0,-2 25 0,5-34 0,1 1 0,0-1 0,1 0 0,-1 1 0,2-1 0,-1 0 0,1 0 0,0 0 0,0 0 0,1 0 0,0 0 0,0 0 0,0-1 0,1 0 0,0 1 0,0-1 0,1-1 0,8 9 0,-9-9 0,1-1 0,0 0 0,0 0 0,0-1 0,0 1 0,1-1 0,-1 0 0,1-1 0,0 1 0,0-1 0,0 0 0,0 0 0,6 0 0,-8-2 0,-1 0 0,0 0 0,0 0 0,1 0 0,-1-1 0,0 1 0,0-1 0,0 0 0,1 0 0,-1 0 0,0 0 0,0-1 0,-1 1 0,1-1 0,0 0 0,0 0 0,-1 0 0,1 0 0,-1 0 0,0-1 0,1 1 0,-1-1 0,0 1 0,-1-1 0,1 0 0,2-4 0,6-15 0,-1 0 0,0 0 0,7-33 0,-39 104 0,-22 90 0,39-116 0,1 1 0,1 0 0,1 1 0,0 24 0,3-46 0,0 0 0,0 0 0,0 0 0,1 0 0,-1 0 0,1 0 0,-1 0 0,1-1 0,0 1 0,0 0 0,0 0 0,1-1 0,-1 1 0,1 0 0,-1-1 0,1 1 0,0-1 0,0 0 0,0 0 0,0 0 0,0 0 0,1 0 0,-1 0 0,1 0 0,-1-1 0,1 1 0,0-1 0,-1 0 0,1 0 0,0 0 0,0 0 0,0 0 0,0 0 0,0-1 0,0 0 0,0 1 0,0-1 0,0 0 0,0-1 0,4 0 0,1 0 0,0 0 0,0 0 0,0-1 0,-1 0 0,1-1 0,-1 1 0,0-1 0,1-1 0,-1 0 0,-1 0 0,1 0 0,-1-1 0,1 1 0,8-11 0,-12 12 0,0-1 0,-1 1 0,0-1 0,1 0 0,-1 0 0,-1 0 0,1 0 0,0 0 0,-1 0 0,0-1 0,0 1 0,0-6 0,-1 8 0,0 0 0,0 0 0,0 0 0,0 0 0,0 0 0,-1 0 0,1 0 0,-1 0 0,1 1 0,-1-1 0,0 0 0,0 0 0,0 0 0,0 0 0,0 1 0,0-1 0,0 1 0,-1-1 0,1 1 0,0-1 0,-1 1 0,0 0 0,1-1 0,-1 1 0,0 0 0,1 0 0,-1 0 0,-3-1 0,-10-2 0,0 0 0,0 1 0,0 1 0,0 1 0,0 0 0,-22 1 0,-34-3 0,-272-20 0,321 23 0,15-1 0,0 1 0,1 0 0,-1 0 0,0 0 0,0 1 0,1 0 0,-1 1 0,-6 2 0,12-4 0,1 0 0,0 0 0,-1 0 0,1 0 0,0 0 0,-1 0 0,1 1 0,0-1 0,-1 0 0,1 0 0,0 0 0,0 1 0,-1-1 0,1 0 0,0 0 0,0 1 0,-1-1 0,1 0 0,0 1 0,0-1 0,0 0 0,0 1 0,0-1 0,-1 0 0,1 1 0,0-1 0,0 0 0,0 1 0,0-1 0,0 0 0,0 1 0,0-1 0,0 0 0,0 1 0,0-1 0,0 0 0,1 1 0,-1-1 0,0 1 0,13 14 0,23 7 0,-36-21 0,16 7 0,0-1 0,0 0 0,32 8 0,-40-13 0,-1 0 0,1 0 0,0-1 0,0 0 0,0-1 0,0 0 0,0 0 0,0-1 0,0 0 0,14-3 0,-2-8-1365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4804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jupyter.org/documentatio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customXml" Target="../ink/ink11.xml"/><Relationship Id="rId3" Type="http://schemas.openxmlformats.org/officeDocument/2006/relationships/image" Target="../media/image17.png"/><Relationship Id="rId7" Type="http://schemas.openxmlformats.org/officeDocument/2006/relationships/image" Target="../media/image70.png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6.xml"/><Relationship Id="rId11" Type="http://schemas.openxmlformats.org/officeDocument/2006/relationships/customXml" Target="../ink/ink10.xml"/><Relationship Id="rId5" Type="http://schemas.openxmlformats.org/officeDocument/2006/relationships/image" Target="../media/image60.png"/><Relationship Id="rId15" Type="http://schemas.openxmlformats.org/officeDocument/2006/relationships/customXml" Target="../ink/ink12.xml"/><Relationship Id="rId10" Type="http://schemas.openxmlformats.org/officeDocument/2006/relationships/customXml" Target="../ink/ink9.xml"/><Relationship Id="rId4" Type="http://schemas.openxmlformats.org/officeDocument/2006/relationships/customXml" Target="../ink/ink5.xml"/><Relationship Id="rId9" Type="http://schemas.openxmlformats.org/officeDocument/2006/relationships/customXml" Target="../ink/ink8.xml"/><Relationship Id="rId14" Type="http://schemas.openxmlformats.org/officeDocument/2006/relationships/image" Target="../media/image9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40.png"/><Relationship Id="rId4" Type="http://schemas.openxmlformats.org/officeDocument/2006/relationships/customXml" Target="../ink/ink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0.png"/><Relationship Id="rId4" Type="http://schemas.openxmlformats.org/officeDocument/2006/relationships/customXml" Target="../ink/ink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5656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Welcome to Jupyter Notebook!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1428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computing environment for data science supporting multiple languages.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79524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and web-based, it enables powerful computational workflows.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579310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4D4D5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9111" y="576858"/>
            <a:ext cx="7678579" cy="130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Features of Jupyter Notebook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6219111" y="2199323"/>
            <a:ext cx="7678579" cy="1206341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6428423" y="2408634"/>
            <a:ext cx="2908816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Multi-language support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428423" y="2861310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Python, R, Julia, and more in one platform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19111" y="3614976"/>
            <a:ext cx="7678579" cy="1206341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8" name="Text 5"/>
          <p:cNvSpPr/>
          <p:nvPr/>
        </p:nvSpPr>
        <p:spPr>
          <a:xfrm>
            <a:off x="6428423" y="3824288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Rich content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6428423" y="4276963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Code, text, math, and media combined seamlessly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9111" y="5030629"/>
            <a:ext cx="7678579" cy="1206341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6428423" y="5239941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Interactive widgets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6428423" y="5692616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data visualizations and controls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9111" y="6446282"/>
            <a:ext cx="7678579" cy="1206341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14" name="Text 11"/>
          <p:cNvSpPr/>
          <p:nvPr/>
        </p:nvSpPr>
        <p:spPr>
          <a:xfrm>
            <a:off x="6428423" y="6655594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Collaboration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428423" y="7108269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sharing and version control integration</a:t>
            </a:r>
            <a:endParaRPr lang="en-US" sz="1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E2249E7-0E8B-1E84-C983-950BD71BAB8A}"/>
                  </a:ext>
                </a:extLst>
              </p14:cNvPr>
              <p14:cNvContentPartPr/>
              <p14:nvPr/>
            </p14:nvContentPartPr>
            <p14:xfrm>
              <a:off x="12688957" y="7699795"/>
              <a:ext cx="1842480" cy="445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E2249E7-0E8B-1E84-C983-950BD71BAB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53317" y="7663795"/>
                <a:ext cx="1914120" cy="517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930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Use Jupyter Notebook?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5078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7017306" y="2528649"/>
            <a:ext cx="29108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Reproducible analysis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301906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 code and results in one place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383559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8" name="Text 5"/>
          <p:cNvSpPr/>
          <p:nvPr/>
        </p:nvSpPr>
        <p:spPr>
          <a:xfrm>
            <a:off x="7017306" y="3913465"/>
            <a:ext cx="29434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Iterative development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17306" y="440388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for prototyping and experimentation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2041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7017306" y="52982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Education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578870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Perfect for teaching and learning coding concepts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660523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4" name="Text 11"/>
          <p:cNvSpPr/>
          <p:nvPr/>
        </p:nvSpPr>
        <p:spPr>
          <a:xfrm>
            <a:off x="7017306" y="6683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Industry adoption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717351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by Google, Microsoft, Netflix, and more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9FA3BEE-8752-875F-6AEC-1AF58FB342EA}"/>
                  </a:ext>
                </a:extLst>
              </p14:cNvPr>
              <p14:cNvContentPartPr/>
              <p14:nvPr/>
            </p14:nvContentPartPr>
            <p14:xfrm>
              <a:off x="12848797" y="7758115"/>
              <a:ext cx="1620360" cy="387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9FA3BEE-8752-875F-6AEC-1AF58FB342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12797" y="7722115"/>
                <a:ext cx="1692000" cy="45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756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Hands-On Demo: Creating Your First Notebook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33330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6790373" y="2833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Create notebook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790373" y="3323749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new code or text cells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20351" y="3913465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4C5052"/>
          </a:solidFill>
          <a:ln/>
        </p:spPr>
      </p:sp>
      <p:sp>
        <p:nvSpPr>
          <p:cNvPr id="8" name="Text 5"/>
          <p:cNvSpPr/>
          <p:nvPr/>
        </p:nvSpPr>
        <p:spPr>
          <a:xfrm>
            <a:off x="7130534" y="3913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Write code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30534" y="4403884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Python code interactively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960632" y="4993600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7470815" y="49936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Add markdown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70815" y="5484019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your process with formatted text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300913" y="6073735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4C5052"/>
          </a:solidFill>
          <a:ln/>
        </p:spPr>
      </p:sp>
      <p:sp>
        <p:nvSpPr>
          <p:cNvPr id="14" name="Text 11"/>
          <p:cNvSpPr/>
          <p:nvPr/>
        </p:nvSpPr>
        <p:spPr>
          <a:xfrm>
            <a:off x="7811095" y="6073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Visualize data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811095" y="6564154"/>
            <a:ext cx="6025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Matplotlib to plot charts and graphs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A5B2887-CAE9-DDC5-4140-39CEFB5692A7}"/>
                  </a:ext>
                </a:extLst>
              </p14:cNvPr>
              <p14:cNvContentPartPr/>
              <p14:nvPr/>
            </p14:nvContentPartPr>
            <p14:xfrm>
              <a:off x="12755197" y="7804915"/>
              <a:ext cx="1765080" cy="3412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A5B2887-CAE9-DDC5-4140-39CEFB5692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19557" y="7769275"/>
                <a:ext cx="1836720" cy="412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49022"/>
            <a:ext cx="69001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Collaboration and Sharing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697962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491752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notebooks on GitHub with version control</a:t>
            </a:r>
            <a:endParaRPr lang="en-US" sz="17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3493" y="3697962"/>
            <a:ext cx="566976" cy="56697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93493" y="4491752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to HTML, PDF, or Python scripts</a:t>
            </a:r>
            <a:endParaRPr lang="en-US" sz="17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6795" y="3697962"/>
            <a:ext cx="566976" cy="56697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1506795" y="4491752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Binder for reproducible cloud environments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EEB87DE-574A-AE2E-75AE-35E70535C296}"/>
                  </a:ext>
                </a:extLst>
              </p14:cNvPr>
              <p14:cNvContentPartPr/>
              <p14:nvPr/>
            </p14:nvContentPartPr>
            <p14:xfrm>
              <a:off x="12827917" y="7512595"/>
              <a:ext cx="1664280" cy="623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EEB87DE-574A-AE2E-75AE-35E70535C29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791917" y="7476595"/>
                <a:ext cx="1735920" cy="695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2740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 and Further Resources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851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Jupyter Notebook is a powerful tool for data science workflows.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5031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its full potential on </a:t>
            </a:r>
            <a:r>
              <a:rPr lang="en-US" sz="1750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official documentation</a:t>
            </a: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1212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 the vibrant community for support and growth.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73928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and answers to follow.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Exploratory Analysis of Global COVID-19 Data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Leveraging data science to understand the pandemic's impact worldwide. Utilizing Python for in-depth data analysis and visualization. This course project applies learned skills to real-world COVID-19 data.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711" y="576858"/>
            <a:ext cx="7678579" cy="130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Tool Introduction: Python Ecosystem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32711" y="2199323"/>
            <a:ext cx="7678579" cy="1206341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942023" y="2408634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Python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942023" y="2861310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Versatile programming language for data science and analysis.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2711" y="3614976"/>
            <a:ext cx="7678579" cy="1206341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8" name="Text 5"/>
          <p:cNvSpPr/>
          <p:nvPr/>
        </p:nvSpPr>
        <p:spPr>
          <a:xfrm>
            <a:off x="942023" y="3824288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Pandas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42023" y="4276963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data manipulation using DataFrames.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2711" y="5030629"/>
            <a:ext cx="7678579" cy="1206341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942023" y="5239941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NumPy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942023" y="5692616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Numerical computing with arrays and linear algebra.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32711" y="6446282"/>
            <a:ext cx="7678579" cy="1206341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14" name="Text 11"/>
          <p:cNvSpPr/>
          <p:nvPr/>
        </p:nvSpPr>
        <p:spPr>
          <a:xfrm>
            <a:off x="942023" y="6655594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Matplotlib &amp; Seaborn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942023" y="7108269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Powerful libraries for crafting charts and statistical plots.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22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073" y="607457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Tool Installation: Pip Distribution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73073" y="2319099"/>
            <a:ext cx="496967" cy="496967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1490901" y="2394942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PIP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490901" y="2872502"/>
            <a:ext cx="688002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 manager for installing and managing Python libraries.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73073" y="3667601"/>
            <a:ext cx="496967" cy="496967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8" name="Text 5"/>
          <p:cNvSpPr/>
          <p:nvPr/>
        </p:nvSpPr>
        <p:spPr>
          <a:xfrm>
            <a:off x="1490901" y="374344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Installation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490901" y="4221004"/>
            <a:ext cx="688002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and configure pip for package management.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73073" y="5016103"/>
            <a:ext cx="496967" cy="496967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1490901" y="5091946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Jupyter Notebooks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490901" y="5569506"/>
            <a:ext cx="688002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environment for coding and visualization.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73073" y="6364605"/>
            <a:ext cx="496967" cy="496967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4" name="Text 11"/>
          <p:cNvSpPr/>
          <p:nvPr/>
        </p:nvSpPr>
        <p:spPr>
          <a:xfrm>
            <a:off x="1490901" y="6440448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Package Installation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490901" y="6918008"/>
            <a:ext cx="6880027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Commands like pip install pandas numpy matplotlib seaborn ease setup.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3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73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528" y="2653308"/>
            <a:ext cx="8695730" cy="543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Tool Overview: Jupyter Notebook Interface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7303770" y="3457337"/>
            <a:ext cx="22860" cy="4292441"/>
          </a:xfrm>
          <a:prstGeom prst="roundRect">
            <a:avLst>
              <a:gd name="adj" fmla="val 114101"/>
            </a:avLst>
          </a:prstGeom>
          <a:solidFill>
            <a:srgbClr val="65696B"/>
          </a:solidFill>
          <a:ln/>
        </p:spPr>
      </p:sp>
      <p:sp>
        <p:nvSpPr>
          <p:cNvPr id="5" name="Shape 2"/>
          <p:cNvSpPr/>
          <p:nvPr/>
        </p:nvSpPr>
        <p:spPr>
          <a:xfrm>
            <a:off x="6620828" y="3641527"/>
            <a:ext cx="521613" cy="22860"/>
          </a:xfrm>
          <a:prstGeom prst="roundRect">
            <a:avLst>
              <a:gd name="adj" fmla="val 114101"/>
            </a:avLst>
          </a:prstGeom>
          <a:solidFill>
            <a:srgbClr val="65696B"/>
          </a:solidFill>
          <a:ln/>
        </p:spPr>
      </p:sp>
      <p:sp>
        <p:nvSpPr>
          <p:cNvPr id="6" name="Shape 3"/>
          <p:cNvSpPr/>
          <p:nvPr/>
        </p:nvSpPr>
        <p:spPr>
          <a:xfrm>
            <a:off x="7119580" y="3457337"/>
            <a:ext cx="391239" cy="391239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7" name="Text 4"/>
          <p:cNvSpPr/>
          <p:nvPr/>
        </p:nvSpPr>
        <p:spPr>
          <a:xfrm>
            <a:off x="7184827" y="3489960"/>
            <a:ext cx="260747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4272201" y="3517106"/>
            <a:ext cx="2173605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Cells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08528" y="3893106"/>
            <a:ext cx="5837277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 include Code, Markdown, and Raw for flexible content.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487960" y="4684633"/>
            <a:ext cx="521613" cy="22860"/>
          </a:xfrm>
          <a:prstGeom prst="roundRect">
            <a:avLst>
              <a:gd name="adj" fmla="val 114101"/>
            </a:avLst>
          </a:prstGeom>
          <a:solidFill>
            <a:srgbClr val="65696B"/>
          </a:solidFill>
          <a:ln/>
        </p:spPr>
      </p:sp>
      <p:sp>
        <p:nvSpPr>
          <p:cNvPr id="11" name="Shape 8"/>
          <p:cNvSpPr/>
          <p:nvPr/>
        </p:nvSpPr>
        <p:spPr>
          <a:xfrm>
            <a:off x="7119580" y="4500443"/>
            <a:ext cx="391239" cy="391239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2" name="Text 9"/>
          <p:cNvSpPr/>
          <p:nvPr/>
        </p:nvSpPr>
        <p:spPr>
          <a:xfrm>
            <a:off x="7184827" y="4533067"/>
            <a:ext cx="260747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8184594" y="4560213"/>
            <a:ext cx="2173605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Execution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184594" y="4936212"/>
            <a:ext cx="5837277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code cells with kernel management for efficient workflow.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620828" y="5583793"/>
            <a:ext cx="521613" cy="22860"/>
          </a:xfrm>
          <a:prstGeom prst="roundRect">
            <a:avLst>
              <a:gd name="adj" fmla="val 114101"/>
            </a:avLst>
          </a:prstGeom>
          <a:solidFill>
            <a:srgbClr val="65696B"/>
          </a:solidFill>
          <a:ln/>
        </p:spPr>
      </p:sp>
      <p:sp>
        <p:nvSpPr>
          <p:cNvPr id="16" name="Shape 13"/>
          <p:cNvSpPr/>
          <p:nvPr/>
        </p:nvSpPr>
        <p:spPr>
          <a:xfrm>
            <a:off x="7119580" y="5399603"/>
            <a:ext cx="391239" cy="391239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7" name="Text 14"/>
          <p:cNvSpPr/>
          <p:nvPr/>
        </p:nvSpPr>
        <p:spPr>
          <a:xfrm>
            <a:off x="7184827" y="5432227"/>
            <a:ext cx="260747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050" dirty="0"/>
          </a:p>
        </p:txBody>
      </p:sp>
      <p:sp>
        <p:nvSpPr>
          <p:cNvPr id="18" name="Text 15"/>
          <p:cNvSpPr/>
          <p:nvPr/>
        </p:nvSpPr>
        <p:spPr>
          <a:xfrm>
            <a:off x="4272201" y="5459373"/>
            <a:ext cx="2173605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Loading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08528" y="5835372"/>
            <a:ext cx="5837277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pandas read_csv() to import datasets seamlessly.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487960" y="6483072"/>
            <a:ext cx="521613" cy="22860"/>
          </a:xfrm>
          <a:prstGeom prst="roundRect">
            <a:avLst>
              <a:gd name="adj" fmla="val 114101"/>
            </a:avLst>
          </a:prstGeom>
          <a:solidFill>
            <a:srgbClr val="65696B"/>
          </a:solidFill>
          <a:ln/>
        </p:spPr>
      </p:sp>
      <p:sp>
        <p:nvSpPr>
          <p:cNvPr id="21" name="Shape 18"/>
          <p:cNvSpPr/>
          <p:nvPr/>
        </p:nvSpPr>
        <p:spPr>
          <a:xfrm>
            <a:off x="7119580" y="6298882"/>
            <a:ext cx="391239" cy="391239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22" name="Text 19"/>
          <p:cNvSpPr/>
          <p:nvPr/>
        </p:nvSpPr>
        <p:spPr>
          <a:xfrm>
            <a:off x="7184827" y="6331506"/>
            <a:ext cx="260747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050" dirty="0"/>
          </a:p>
        </p:txBody>
      </p:sp>
      <p:sp>
        <p:nvSpPr>
          <p:cNvPr id="23" name="Text 20"/>
          <p:cNvSpPr/>
          <p:nvPr/>
        </p:nvSpPr>
        <p:spPr>
          <a:xfrm>
            <a:off x="8184594" y="6358652"/>
            <a:ext cx="2173605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Exploration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184594" y="6734651"/>
            <a:ext cx="5837277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 like head(), info(), describe() offer quick insights.</a:t>
            </a:r>
            <a:endParaRPr lang="en-US" sz="13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1E18EB3-E9A5-4E7A-0993-EFF5B7AB9BF8}"/>
                  </a:ext>
                </a:extLst>
              </p14:cNvPr>
              <p14:cNvContentPartPr/>
              <p14:nvPr/>
            </p14:nvContentPartPr>
            <p14:xfrm>
              <a:off x="895357" y="4392835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1E18EB3-E9A5-4E7A-0993-EFF5B7AB9B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9357" y="4357195"/>
                <a:ext cx="72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CEBDA7D1-1ED8-4B73-E8AE-8F257376AD20}"/>
              </a:ext>
            </a:extLst>
          </p:cNvPr>
          <p:cNvGrpSpPr/>
          <p:nvPr/>
        </p:nvGrpSpPr>
        <p:grpSpPr>
          <a:xfrm>
            <a:off x="856340" y="4039642"/>
            <a:ext cx="234000" cy="491040"/>
            <a:chOff x="856340" y="4039642"/>
            <a:chExt cx="234000" cy="49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AEC3D2E-5678-4B07-2875-078CF3066D22}"/>
                    </a:ext>
                  </a:extLst>
                </p14:cNvPr>
                <p14:cNvContentPartPr/>
                <p14:nvPr/>
              </p14:nvContentPartPr>
              <p14:xfrm>
                <a:off x="895357" y="4402195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AEC3D2E-5678-4B07-2875-078CF3066D2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9357" y="436655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A3825E4-2C31-62B3-C800-4F06BE9E57AE}"/>
                    </a:ext>
                  </a:extLst>
                </p14:cNvPr>
                <p14:cNvContentPartPr/>
                <p14:nvPr/>
              </p14:nvContentPartPr>
              <p14:xfrm>
                <a:off x="876637" y="4355035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A3825E4-2C31-62B3-C800-4F06BE9E57A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0637" y="431939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8E5FBD1-6D15-74BD-AABF-D37F1C907C9C}"/>
                    </a:ext>
                  </a:extLst>
                </p14:cNvPr>
                <p14:cNvContentPartPr/>
                <p14:nvPr/>
              </p14:nvContentPartPr>
              <p14:xfrm>
                <a:off x="895357" y="4411555"/>
                <a:ext cx="36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8E5FBD1-6D15-74BD-AABF-D37F1C907C9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9357" y="437591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98A4E5C-88DE-B098-E9CC-E1689DFB0A5F}"/>
                    </a:ext>
                  </a:extLst>
                </p14:cNvPr>
                <p14:cNvContentPartPr/>
                <p14:nvPr/>
              </p14:nvContentPartPr>
              <p14:xfrm>
                <a:off x="895357" y="4383115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98A4E5C-88DE-B098-E9CC-E1689DFB0A5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9357" y="434747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7304EDA-B29C-B504-377B-5794E9264BF8}"/>
                    </a:ext>
                  </a:extLst>
                </p14:cNvPr>
                <p14:cNvContentPartPr/>
                <p14:nvPr/>
              </p14:nvContentPartPr>
              <p14:xfrm>
                <a:off x="856340" y="4039642"/>
                <a:ext cx="234000" cy="491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7304EDA-B29C-B504-377B-5794E9264BF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0340" y="4004002"/>
                  <a:ext cx="305640" cy="56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43C6734-E66A-F229-8413-F84D30EABF11}"/>
                  </a:ext>
                </a:extLst>
              </p14:cNvPr>
              <p14:cNvContentPartPr/>
              <p14:nvPr/>
            </p14:nvContentPartPr>
            <p14:xfrm>
              <a:off x="544580" y="3470482"/>
              <a:ext cx="609480" cy="14554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43C6734-E66A-F229-8413-F84D30EABF1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08940" y="3434842"/>
                <a:ext cx="681120" cy="152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8BF22B5-E86F-0BF5-9E0A-C11BE16C7813}"/>
                  </a:ext>
                </a:extLst>
              </p14:cNvPr>
              <p14:cNvContentPartPr/>
              <p14:nvPr/>
            </p14:nvContentPartPr>
            <p14:xfrm>
              <a:off x="12757220" y="7765642"/>
              <a:ext cx="1723680" cy="360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8BF22B5-E86F-0BF5-9E0A-C11BE16C781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721580" y="7729642"/>
                <a:ext cx="1795320" cy="43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2484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Problem Statement: Global COVID-19 Impact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382560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6093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3099792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COVID-19 trends, patterns, and factors worldwide.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052411"/>
            <a:ext cx="1134070" cy="219134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4279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Questions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4769644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Variation of cases and deaths across India.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2268022" y="5211842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Influence of factors on transmission rates.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2268022" y="5654040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of vaccination campaigns on outcomes.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6243757"/>
            <a:ext cx="1134070" cy="13608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68022" y="64705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Goal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2268022" y="6960989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insights to support public health strategies.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41602"/>
            <a:ext cx="95978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Dataset: COVID-19 Time Series Data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173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Source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98501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Johns Hopkins University CSSE, trusted authority on pandemic data.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6173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Contents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198501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cases, deaths, recoveries, vaccinations from Jan 2020 onward.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6173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Attributes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198501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Country/Region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607022" y="4640699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607022" y="5082897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Cases, Deaths, Recovered, Active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1013638" y="36173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Preparation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013638" y="4198501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 includes handling missing values and type adjustment.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78FDBFF-A6C6-DB38-5BA1-A92110927132}"/>
                  </a:ext>
                </a:extLst>
              </p14:cNvPr>
              <p14:cNvContentPartPr/>
              <p14:nvPr/>
            </p14:nvContentPartPr>
            <p14:xfrm>
              <a:off x="12836420" y="7701202"/>
              <a:ext cx="1688760" cy="472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78FDBFF-A6C6-DB38-5BA1-A921109271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00420" y="7665202"/>
                <a:ext cx="1760400" cy="54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9114" y="772239"/>
            <a:ext cx="7618571" cy="136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Visualizations from the Course Project</a:t>
            </a:r>
            <a:endParaRPr lang="en-US" sz="42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114" y="2461141"/>
            <a:ext cx="544830" cy="5448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49114" y="3223855"/>
            <a:ext cx="2357914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Time Series Plots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6249114" y="3695105"/>
            <a:ext cx="2357914" cy="1046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cases and deaths over time in India.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9443" y="2461141"/>
            <a:ext cx="544830" cy="54483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79443" y="3223855"/>
            <a:ext cx="2357914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Bar Charts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8879443" y="3695105"/>
            <a:ext cx="2357914" cy="1046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Comparing total cases and deaths across top 10 Indian states.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9772" y="2461141"/>
            <a:ext cx="544830" cy="54483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09772" y="3223855"/>
            <a:ext cx="2357914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Heatmaps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11509772" y="3695105"/>
            <a:ext cx="2357914" cy="1046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Correlations among variables for deeper insight.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9114" y="5177195"/>
            <a:ext cx="544830" cy="54483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49114" y="5939909"/>
            <a:ext cx="2357914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Geographic Plots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6249114" y="6411158"/>
            <a:ext cx="2357914" cy="1046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case distribution shown via choropleth maps.</a:t>
            </a:r>
            <a:endParaRPr lang="en-US" sz="17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5601C57-5D91-1B72-22B1-2449ADBE5F49}"/>
                  </a:ext>
                </a:extLst>
              </p14:cNvPr>
              <p14:cNvContentPartPr/>
              <p14:nvPr/>
            </p14:nvContentPartPr>
            <p14:xfrm>
              <a:off x="12563180" y="7764922"/>
              <a:ext cx="1942560" cy="3391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5601C57-5D91-1B72-22B1-2449ADBE5F4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527180" y="7729282"/>
                <a:ext cx="2014200" cy="410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84609"/>
            <a:ext cx="63875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Statistical Observations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73355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18114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Descriptive Stats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230183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Mean, median, and standard deviation of cases and deaths.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311836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8" name="Text 5"/>
          <p:cNvSpPr/>
          <p:nvPr/>
        </p:nvSpPr>
        <p:spPr>
          <a:xfrm>
            <a:off x="1530906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Correlation Analysis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30906" y="3686651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Exploring population density, GDP, vaccination effects.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50318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1530906" y="4581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Hypothesis Testing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5071467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of lockdowns and mask mandates evaluated statistically.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625090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4" name="Text 11"/>
          <p:cNvSpPr/>
          <p:nvPr/>
        </p:nvSpPr>
        <p:spPr>
          <a:xfrm>
            <a:off x="1530906" y="6328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Example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819186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Vaccination rates shown strongly correlated with lower death rates.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814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0689" y="3444597"/>
            <a:ext cx="8932664" cy="67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Course Project Status: Key Findings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50689" y="4436626"/>
            <a:ext cx="6457355" cy="1235988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965121" y="4651058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Regional Variations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65121" y="5114925"/>
            <a:ext cx="602849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case fatality rates observed across regions.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422475" y="4436626"/>
            <a:ext cx="6457355" cy="1235988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8" name="Text 5"/>
          <p:cNvSpPr/>
          <p:nvPr/>
        </p:nvSpPr>
        <p:spPr>
          <a:xfrm>
            <a:off x="7636907" y="4651058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Population Density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36907" y="5114925"/>
            <a:ext cx="602849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transmission rates linked strongly to denser areas.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50689" y="5887045"/>
            <a:ext cx="6457355" cy="1579245"/>
          </a:xfrm>
          <a:prstGeom prst="roundRect">
            <a:avLst>
              <a:gd name="adj" fmla="val 2037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965121" y="6101477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Vaccination Impact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65121" y="6565344"/>
            <a:ext cx="602849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Campaigns effectively reduced COVID-related death rates.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422475" y="5887045"/>
            <a:ext cx="6457355" cy="1579245"/>
          </a:xfrm>
          <a:prstGeom prst="roundRect">
            <a:avLst>
              <a:gd name="adj" fmla="val 2037"/>
            </a:avLst>
          </a:prstGeom>
          <a:solidFill>
            <a:srgbClr val="4C5052"/>
          </a:solidFill>
          <a:ln/>
        </p:spPr>
      </p:sp>
      <p:sp>
        <p:nvSpPr>
          <p:cNvPr id="14" name="Text 11"/>
          <p:cNvSpPr/>
          <p:nvPr/>
        </p:nvSpPr>
        <p:spPr>
          <a:xfrm>
            <a:off x="7636907" y="6101477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Limitations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636907" y="6565344"/>
            <a:ext cx="6028492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issues and confounding factors present challenges.</a:t>
            </a:r>
            <a:endParaRPr lang="en-US" sz="16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78A0980-3082-D4ED-1B2F-77D10355BEE7}"/>
                  </a:ext>
                </a:extLst>
              </p14:cNvPr>
              <p14:cNvContentPartPr/>
              <p14:nvPr/>
            </p14:nvContentPartPr>
            <p14:xfrm>
              <a:off x="12814820" y="7751962"/>
              <a:ext cx="1668240" cy="4543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78A0980-3082-D4ED-1B2F-77D10355BE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78820" y="7715962"/>
                <a:ext cx="1739880" cy="525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48608"/>
            <a:ext cx="66127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Next Steps &amp; Conclusion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297549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6790373" y="22975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Expand Dataset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790373" y="2787968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Incorporate mobility and socio-economic indicators.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20351" y="3377684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4C5052"/>
          </a:solidFill>
          <a:ln/>
        </p:spPr>
      </p:sp>
      <p:sp>
        <p:nvSpPr>
          <p:cNvPr id="8" name="Text 5"/>
          <p:cNvSpPr/>
          <p:nvPr/>
        </p:nvSpPr>
        <p:spPr>
          <a:xfrm>
            <a:off x="7130534" y="33776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Predictive Modeling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30534" y="3868103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models to forecast future outbreaks.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960632" y="4457819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7470815" y="44578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Advanced Analysis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70815" y="4948238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Conduct more rigorous statistical evaluations.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300913" y="5537954"/>
            <a:ext cx="170021" cy="1216223"/>
          </a:xfrm>
          <a:prstGeom prst="roundRect">
            <a:avLst>
              <a:gd name="adj" fmla="val 20012"/>
            </a:avLst>
          </a:prstGeom>
          <a:solidFill>
            <a:srgbClr val="4C5052"/>
          </a:solidFill>
          <a:ln/>
        </p:spPr>
      </p:sp>
      <p:sp>
        <p:nvSpPr>
          <p:cNvPr id="14" name="Text 11"/>
          <p:cNvSpPr/>
          <p:nvPr/>
        </p:nvSpPr>
        <p:spPr>
          <a:xfrm>
            <a:off x="7811095" y="55379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811095" y="6028373"/>
            <a:ext cx="60255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science is critical for tackling global health challenges.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E59D91C-BE59-4E73-1EAF-3E1F9E63F410}"/>
                  </a:ext>
                </a:extLst>
              </p14:cNvPr>
              <p14:cNvContentPartPr/>
              <p14:nvPr/>
            </p14:nvContentPartPr>
            <p14:xfrm>
              <a:off x="12692780" y="7716322"/>
              <a:ext cx="1819440" cy="468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E59D91C-BE59-4E73-1EAF-3E1F9E63F4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57140" y="7680322"/>
                <a:ext cx="1891080" cy="53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701</Words>
  <Application>Microsoft Office PowerPoint</Application>
  <PresentationFormat>Custom</PresentationFormat>
  <Paragraphs>144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DM Sans Medium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Pruthviraj Gawande</cp:lastModifiedBy>
  <cp:revision>5</cp:revision>
  <dcterms:created xsi:type="dcterms:W3CDTF">2025-05-07T11:16:05Z</dcterms:created>
  <dcterms:modified xsi:type="dcterms:W3CDTF">2025-05-07T14:35:06Z</dcterms:modified>
</cp:coreProperties>
</file>