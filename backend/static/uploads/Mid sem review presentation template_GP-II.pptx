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1455-A4BE-7D17-6C63-84EA93EC8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72F92-2F1A-EC30-EC90-5C99FA911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83E4B-094A-7B3A-229C-D206C4A5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CA25-E3F5-018E-A3D0-25C71E3F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F4289-8447-4548-9DBF-3B04307C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21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62F4-754D-C6DF-9B15-EF077525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B2C63-264A-0C38-C13A-4B8C9A634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C21EC-E3AA-4FBB-9ABD-ECC4B25C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B6E1A-1CF2-40B7-8D1B-C193C391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18BC7-F658-940D-1435-F0253940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5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3710-2C15-C716-C03C-F322F281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8AE71-A948-9581-56BF-C44106F1F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CEAB8-CBED-DBBB-701E-A7885AE3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A1D61-97C5-7101-0C59-AD380597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B6AF8-EF25-0D2A-9EDC-A4B568D6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27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83C6-2B4A-0032-3563-0AEB48F6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BC752-AC1B-04B9-6DA6-F88AB41C8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06480-87D0-9A56-30F4-B22F5107D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D8B56-0F2C-F217-FAF2-DAB736B00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5522B-7964-0138-6258-317178AA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5B930-2DCA-5E15-40E1-80B385B4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02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37A93-A661-E4B3-A82C-5956F94D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E3DB7-3B45-4469-FC09-D0CAC6085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C34B1-582C-0652-4CB1-3B615860A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DB28D-6E5A-6515-6E79-13BF87DA0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0A28D-1125-D826-1FAB-CDDE85F0B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480958-09BC-805F-F77A-AC8530574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0C9CB-4F25-E418-78E1-11785029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6E3BE-0A5F-7E8A-94F7-0A986265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37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A94B-4CBD-BBF5-0AA5-A2F4106C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4F13C-E3F8-1F2E-6604-14FEAC14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0DA0E-0FD2-136E-EC65-64CDD31A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211F1-3165-ED7D-FAA6-B2A5CF3B2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1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435D2-8D74-8117-6619-22779C8A7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9538C-1BF1-79E3-9316-FB741291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4C48E-BAFE-C429-FCDE-934BD112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507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5AF7-9356-5FD7-392B-AAC750C6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714EE-41A4-0F44-7773-E6FF8D850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39D3D-E895-94CC-B771-F9C2F69A1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FBD20-8E69-2F60-5BEE-D86E7C74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0AF37-B147-53DD-D53A-17B18A4F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44481-9C2E-DFA9-A177-41BDB091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14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766C-C889-7810-715A-A5077F5C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EA3EE-7949-8A88-4EF6-3D69000A5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2D21A-D416-872A-9471-84661DA9C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D623C-04A2-B2D9-8A62-23AA5A37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3969C-51BF-7E59-5B03-FF1C3E7B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3420C-3C6B-7E2F-3C0D-08548972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15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8A13-E973-679C-F01F-4AC88CE1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6AAA3-5B17-A2DA-C118-0B9A7F14D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9F300-D3F3-1FA6-F793-17472F35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50038-296A-689F-726A-23F79814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696AF-059A-10AC-DA42-FABABDC6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06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FF1E12-5079-EBAE-72F9-7DDA9C5AA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5D06B-250F-2CAF-37BB-769C17E61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78A0A-1C14-DECE-8F70-E9535A3AE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B5DC0-EABA-396C-F149-690F9BB6A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68515-5B63-19C6-14D1-AC61F75A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6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4FAD7-8207-64F0-11BD-B3806E35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5A684-7D56-80A7-FEB2-1E4C4519B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56F21-5A0D-121C-1C59-535AF4F36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8E7BA-B8AC-4560-A699-4FE721BEED4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5DDAD-9187-FD1D-B8D2-8668D718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5491-1486-1506-03F3-6538F6DF8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53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342B43-447D-F04B-B2F3-AEA2E40F29D2}"/>
              </a:ext>
            </a:extLst>
          </p:cNvPr>
          <p:cNvSpPr txBox="1"/>
          <p:nvPr/>
        </p:nvSpPr>
        <p:spPr>
          <a:xfrm>
            <a:off x="1889677" y="2693655"/>
            <a:ext cx="8412646" cy="347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Student: Pruthviraj Mahendra Gawande</a:t>
            </a:r>
          </a:p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36</a:t>
            </a:r>
          </a:p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: Computer Engineering</a:t>
            </a:r>
          </a:p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Division: D</a:t>
            </a:r>
          </a:p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41698-81C9-CE1F-1E34-23305EF144CC}"/>
              </a:ext>
            </a:extLst>
          </p:cNvPr>
          <p:cNvSpPr txBox="1"/>
          <p:nvPr/>
        </p:nvSpPr>
        <p:spPr>
          <a:xfrm>
            <a:off x="828260" y="379195"/>
            <a:ext cx="10813774" cy="208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Proficiency-II (HS1080)</a:t>
            </a:r>
          </a:p>
          <a:p>
            <a:pPr algn="ctr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FY- SEM II- 2024-2025</a:t>
            </a:r>
          </a:p>
          <a:p>
            <a:pPr algn="ctr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Semester Review</a:t>
            </a:r>
          </a:p>
        </p:txBody>
      </p:sp>
      <p:pic>
        <p:nvPicPr>
          <p:cNvPr id="8" name="Picture 7" descr="Vishwakarma_Institute_of_Technology.png">
            <a:extLst>
              <a:ext uri="{FF2B5EF4-FFF2-40B4-BE49-F238E27FC236}">
                <a16:creationId xmlns:a16="http://schemas.microsoft.com/office/drawing/2014/main" id="{403A1B9B-F4B7-D710-C327-FDC63007CC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1113" cy="159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39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02D2-760D-4A11-6724-A1E7CFB6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787" y="0"/>
            <a:ext cx="1086015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Assignment I: </a:t>
            </a:r>
            <a:b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27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Listening skills: Process of listening, Types, Barriers in listening, Tips for being a good listener.</a:t>
            </a:r>
            <a:br>
              <a:rPr lang="en-IN" sz="2700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AC1B3-80B4-E442-67EC-2736BB487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74" y="1240404"/>
            <a:ext cx="11519452" cy="5864086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IN" sz="2400" kern="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be able to learn and demonstrate the skills required for being an effective/active listener. </a:t>
            </a:r>
            <a:endParaRPr lang="en-IN" sz="24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IN" sz="2400" dirty="0">
                <a:solidFill>
                  <a:schemeClr val="accent5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Evaluate the listening skills</a:t>
            </a:r>
            <a:endParaRPr lang="en-IN" sz="1800" dirty="0">
              <a:solidFill>
                <a:schemeClr val="accent5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Learning through writing and presentation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Listening: Receiving → Understanding → Evaluating → Responding → Remembering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Listening: Active, Passive, Empathetic, and Critical Listening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Barriers to Listening: Noise, Distractions, Bias, Prejudgment, and Emotional Blocks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Tips for Good Listening: Maintain eye contact, Avoid interrupting, Be open-minded, Give feedback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14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 descr="Vishwakarma_Institute_of_Technology.png">
            <a:extLst>
              <a:ext uri="{FF2B5EF4-FFF2-40B4-BE49-F238E27FC236}">
                <a16:creationId xmlns:a16="http://schemas.microsoft.com/office/drawing/2014/main" id="{46324226-4E1E-5B85-9844-99F66253CE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38200" cy="99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2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53C1-3A97-1D78-7737-51CC0984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8507-D3E9-A186-39E2-35DD2DC1C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105" y="84206"/>
            <a:ext cx="1086015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Assignment II: </a:t>
            </a:r>
            <a:b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2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Leadership and team building: process of team building, significance and methods to develop team spirit, difference between leader and manager</a:t>
            </a:r>
            <a:br>
              <a:rPr lang="en-IN" sz="2400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A118-1E83-4984-CE4B-5142C55D7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1311966"/>
            <a:ext cx="11519452" cy="5864086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IN" sz="2400" kern="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learn the skills required to lead the team (During and after engineering study)</a:t>
            </a:r>
            <a:endParaRPr lang="en-IN" sz="24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IN" sz="24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Exercise to learn leadership and team building</a:t>
            </a:r>
            <a:endParaRPr lang="en-US" sz="2400" b="0" i="0" u="none" strike="noStrike" baseline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Learning through writing and presentation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 Team Building Process: Forming → Storming → Norming → Performing → Adjourning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 Significance of Team Spirit: Boosts collaboration, trust, motivation, and shared goals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 Developing Team Spirit: Effective communication, shared responsibility, recognition, and bonding activities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 Leader vs Manager: Leaders inspire and guide; Managers plan, organize, and coordinate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14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 descr="Vishwakarma_Institute_of_Technology.png">
            <a:extLst>
              <a:ext uri="{FF2B5EF4-FFF2-40B4-BE49-F238E27FC236}">
                <a16:creationId xmlns:a16="http://schemas.microsoft.com/office/drawing/2014/main" id="{C062D095-FE26-0450-F808-0836D3FEC4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38200" cy="99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35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77DB-15E8-6DC0-DBBC-E97BC974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D5A4-84F0-38D7-C881-6DF5F71C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105" y="84206"/>
            <a:ext cx="10860156" cy="1325563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Assignment III: </a:t>
            </a:r>
            <a:b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Effective Use of Body Language in the Professional world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197F-D68C-B804-034B-547BB08C5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739" y="1409769"/>
            <a:ext cx="11519452" cy="586408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IN" sz="2400" kern="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learn to use body language effectively in professional word to create a positive impact (During and after engineering study)</a:t>
            </a:r>
            <a:endParaRPr lang="en-IN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IN" sz="24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Demonstrate an effective use of body language</a:t>
            </a: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Learning through writing/presentation/SKIT etc.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 Importance of Body Language: Enhances communication, builds confidence, and conveys professionalism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Elements: Eye contact, posture, gestures, facial expressions, and tone of voice</a:t>
            </a:r>
          </a:p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 Do’s &amp; Don’ts: Do smile, nod, stand tall; Don’t fidget, cross arms, avoid eye contact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 Application in Professional Settings: Interviews, presentations, meetings, and teamwork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3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 descr="Vishwakarma_Institute_of_Technology.png">
            <a:extLst>
              <a:ext uri="{FF2B5EF4-FFF2-40B4-BE49-F238E27FC236}">
                <a16:creationId xmlns:a16="http://schemas.microsoft.com/office/drawing/2014/main" id="{7F8F1B2F-05C9-42FC-6865-A6A59B5510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38200" cy="99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13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400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CIDFont+F3</vt:lpstr>
      <vt:lpstr>Times New Roman</vt:lpstr>
      <vt:lpstr>Office Theme</vt:lpstr>
      <vt:lpstr>PowerPoint Presentation</vt:lpstr>
      <vt:lpstr>Assignment I:  Listening skills: Process of listening, Types, Barriers in listening, Tips for being a good listener. </vt:lpstr>
      <vt:lpstr>Assignment II:  Leadership and team building: process of team building, significance and methods to develop team spirit, difference between leader and manager </vt:lpstr>
      <vt:lpstr>Assignment III:  Effective Use of Body Language in the Professional 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Preeti Kulkarni</dc:creator>
  <cp:lastModifiedBy>Pruthviraj Gawande</cp:lastModifiedBy>
  <cp:revision>12</cp:revision>
  <dcterms:created xsi:type="dcterms:W3CDTF">2024-12-04T14:28:20Z</dcterms:created>
  <dcterms:modified xsi:type="dcterms:W3CDTF">2025-05-06T13:52:39Z</dcterms:modified>
</cp:coreProperties>
</file>